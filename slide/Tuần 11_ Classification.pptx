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Proxima Nova"/>
      <p:regular r:id="rId16"/>
      <p:bold r:id="rId17"/>
      <p:italic r:id="rId18"/>
      <p:boldItalic r:id="rId19"/>
    </p:embeddedFont>
    <p:embeddedFont>
      <p:font typeface="Montserrat"/>
      <p:regular r:id="rId20"/>
      <p:bold r:id="rId21"/>
      <p:italic r:id="rId22"/>
      <p:boldItalic r:id="rId23"/>
    </p:embeddedFont>
    <p:embeddedFont>
      <p:font typeface="Tahoma"/>
      <p:regular r:id="rId24"/>
      <p:bold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Tahoma-regular.fntdata"/><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regular.fntdata"/><Relationship Id="rId25" Type="http://schemas.openxmlformats.org/officeDocument/2006/relationships/font" Target="fonts/Tahoma-bold.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roximaNova-bold.fntdata"/><Relationship Id="rId16" Type="http://schemas.openxmlformats.org/officeDocument/2006/relationships/font" Target="fonts/ProximaNova-regular.fntdata"/><Relationship Id="rId19" Type="http://schemas.openxmlformats.org/officeDocument/2006/relationships/font" Target="fonts/ProximaNova-boldItalic.fntdata"/><Relationship Id="rId18" Type="http://schemas.openxmlformats.org/officeDocument/2006/relationships/font" Target="fonts/ProximaNova-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1721bbdd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1721bbdd82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721bbdd8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1721bbdd82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721bbdd8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1721bbdd82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a0e9d251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9a0e9d2512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1721bbdd8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1721bbdd8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721bbdd8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1721bbdd82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721bbdd8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1721bbdd82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d5f4b554c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d5f4b554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50" name="Shape 50"/>
        <p:cNvGrpSpPr/>
        <p:nvPr/>
      </p:nvGrpSpPr>
      <p:grpSpPr>
        <a:xfrm>
          <a:off x="0" y="0"/>
          <a:ext cx="0" cy="0"/>
          <a:chOff x="0" y="0"/>
          <a:chExt cx="0" cy="0"/>
        </a:xfrm>
      </p:grpSpPr>
      <p:grpSp>
        <p:nvGrpSpPr>
          <p:cNvPr id="51" name="Google Shape;51;p13"/>
          <p:cNvGrpSpPr/>
          <p:nvPr/>
        </p:nvGrpSpPr>
        <p:grpSpPr>
          <a:xfrm>
            <a:off x="550895" y="727900"/>
            <a:ext cx="8568693" cy="30197"/>
            <a:chOff x="347370" y="459206"/>
            <a:chExt cx="5403037" cy="19050"/>
          </a:xfrm>
        </p:grpSpPr>
        <p:sp>
          <p:nvSpPr>
            <p:cNvPr id="52" name="Google Shape;52;p13"/>
            <p:cNvSpPr/>
            <p:nvPr/>
          </p:nvSpPr>
          <p:spPr>
            <a:xfrm>
              <a:off x="2154059" y="459206"/>
              <a:ext cx="1798320" cy="19050"/>
            </a:xfrm>
            <a:custGeom>
              <a:rect b="b" l="l" r="r" t="t"/>
              <a:pathLst>
                <a:path extrusionOk="0" h="19050" w="1798320">
                  <a:moveTo>
                    <a:pt x="1798027" y="0"/>
                  </a:moveTo>
                  <a:lnTo>
                    <a:pt x="0" y="0"/>
                  </a:lnTo>
                  <a:lnTo>
                    <a:pt x="0" y="19024"/>
                  </a:lnTo>
                  <a:lnTo>
                    <a:pt x="1798027" y="19024"/>
                  </a:lnTo>
                  <a:lnTo>
                    <a:pt x="1798027" y="0"/>
                  </a:lnTo>
                  <a:close/>
                </a:path>
              </a:pathLst>
            </a:custGeom>
            <a:solidFill>
              <a:srgbClr val="1D31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53" name="Google Shape;53;p13"/>
            <p:cNvSpPr/>
            <p:nvPr/>
          </p:nvSpPr>
          <p:spPr>
            <a:xfrm>
              <a:off x="3952087" y="459206"/>
              <a:ext cx="1798320" cy="19050"/>
            </a:xfrm>
            <a:custGeom>
              <a:rect b="b" l="l" r="r" t="t"/>
              <a:pathLst>
                <a:path extrusionOk="0" h="19050" w="1798320">
                  <a:moveTo>
                    <a:pt x="1798040" y="0"/>
                  </a:moveTo>
                  <a:lnTo>
                    <a:pt x="0" y="0"/>
                  </a:lnTo>
                  <a:lnTo>
                    <a:pt x="0" y="19024"/>
                  </a:lnTo>
                  <a:lnTo>
                    <a:pt x="1798040" y="19024"/>
                  </a:lnTo>
                  <a:lnTo>
                    <a:pt x="1798040" y="0"/>
                  </a:lnTo>
                  <a:close/>
                </a:path>
              </a:pathLst>
            </a:custGeom>
            <a:solidFill>
              <a:srgbClr val="F172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54" name="Google Shape;54;p13"/>
            <p:cNvSpPr/>
            <p:nvPr/>
          </p:nvSpPr>
          <p:spPr>
            <a:xfrm>
              <a:off x="347370" y="459206"/>
              <a:ext cx="1807210" cy="19050"/>
            </a:xfrm>
            <a:custGeom>
              <a:rect b="b" l="l" r="r" t="t"/>
              <a:pathLst>
                <a:path extrusionOk="0" h="19050" w="1807210">
                  <a:moveTo>
                    <a:pt x="1806689" y="0"/>
                  </a:moveTo>
                  <a:lnTo>
                    <a:pt x="0" y="0"/>
                  </a:lnTo>
                  <a:lnTo>
                    <a:pt x="0" y="19024"/>
                  </a:lnTo>
                  <a:lnTo>
                    <a:pt x="1806689" y="19024"/>
                  </a:lnTo>
                  <a:lnTo>
                    <a:pt x="1806689" y="0"/>
                  </a:lnTo>
                  <a:close/>
                </a:path>
              </a:pathLst>
            </a:custGeom>
            <a:solidFill>
              <a:srgbClr val="C0C4CA">
                <a:alpha val="8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grpSp>
      <p:sp>
        <p:nvSpPr>
          <p:cNvPr id="55" name="Google Shape;55;p13"/>
          <p:cNvSpPr txBox="1"/>
          <p:nvPr>
            <p:ph idx="12" type="sldNum"/>
          </p:nvPr>
        </p:nvSpPr>
        <p:spPr>
          <a:xfrm>
            <a:off x="6642048" y="305869"/>
            <a:ext cx="2103120" cy="14636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14"/>
          <p:cNvSpPr txBox="1"/>
          <p:nvPr>
            <p:ph type="title"/>
          </p:nvPr>
        </p:nvSpPr>
        <p:spPr>
          <a:xfrm>
            <a:off x="152401" y="228601"/>
            <a:ext cx="8762999" cy="457200"/>
          </a:xfrm>
          <a:prstGeom prst="rect">
            <a:avLst/>
          </a:prstGeom>
          <a:noFill/>
          <a:ln>
            <a:noFill/>
          </a:ln>
        </p:spPr>
        <p:txBody>
          <a:bodyPr anchorCtr="0" anchor="b" bIns="41900" lIns="83800" spcFirstLastPara="1" rIns="83800" wrap="square" tIns="41900">
            <a:noAutofit/>
          </a:bodyPr>
          <a:lstStyle>
            <a:lvl1pPr lvl="0" algn="ctr">
              <a:lnSpc>
                <a:spcPct val="100000"/>
              </a:lnSpc>
              <a:spcBef>
                <a:spcPts val="0"/>
              </a:spcBef>
              <a:spcAft>
                <a:spcPts val="0"/>
              </a:spcAft>
              <a:buSzPts val="1300"/>
              <a:buNone/>
              <a:defRPr sz="1300"/>
            </a:lvl1pPr>
            <a:lvl2pPr lvl="1" algn="ctr">
              <a:lnSpc>
                <a:spcPct val="100000"/>
              </a:lnSpc>
              <a:spcBef>
                <a:spcPts val="0"/>
              </a:spcBef>
              <a:spcAft>
                <a:spcPts val="0"/>
              </a:spcAft>
              <a:buSzPts val="1300"/>
              <a:buNone/>
              <a:defRPr sz="1300"/>
            </a:lvl2pPr>
            <a:lvl3pPr lvl="2" algn="ctr">
              <a:lnSpc>
                <a:spcPct val="100000"/>
              </a:lnSpc>
              <a:spcBef>
                <a:spcPts val="0"/>
              </a:spcBef>
              <a:spcAft>
                <a:spcPts val="0"/>
              </a:spcAft>
              <a:buSzPts val="1300"/>
              <a:buNone/>
              <a:defRPr sz="1300"/>
            </a:lvl3pPr>
            <a:lvl4pPr lvl="3" algn="ctr">
              <a:lnSpc>
                <a:spcPct val="100000"/>
              </a:lnSpc>
              <a:spcBef>
                <a:spcPts val="0"/>
              </a:spcBef>
              <a:spcAft>
                <a:spcPts val="0"/>
              </a:spcAft>
              <a:buSzPts val="1300"/>
              <a:buNone/>
              <a:defRPr sz="1300"/>
            </a:lvl4pPr>
            <a:lvl5pPr lvl="4" algn="ctr">
              <a:lnSpc>
                <a:spcPct val="100000"/>
              </a:lnSpc>
              <a:spcBef>
                <a:spcPts val="0"/>
              </a:spcBef>
              <a:spcAft>
                <a:spcPts val="0"/>
              </a:spcAft>
              <a:buSzPts val="1300"/>
              <a:buNone/>
              <a:defRPr sz="1300"/>
            </a:lvl5pPr>
            <a:lvl6pPr lvl="5" algn="ctr">
              <a:lnSpc>
                <a:spcPct val="100000"/>
              </a:lnSpc>
              <a:spcBef>
                <a:spcPts val="0"/>
              </a:spcBef>
              <a:spcAft>
                <a:spcPts val="0"/>
              </a:spcAft>
              <a:buSzPts val="1300"/>
              <a:buNone/>
              <a:defRPr sz="1300"/>
            </a:lvl6pPr>
            <a:lvl7pPr lvl="6" algn="ctr">
              <a:lnSpc>
                <a:spcPct val="100000"/>
              </a:lnSpc>
              <a:spcBef>
                <a:spcPts val="0"/>
              </a:spcBef>
              <a:spcAft>
                <a:spcPts val="0"/>
              </a:spcAft>
              <a:buSzPts val="1300"/>
              <a:buNone/>
              <a:defRPr sz="1300"/>
            </a:lvl7pPr>
            <a:lvl8pPr lvl="7" algn="ctr">
              <a:lnSpc>
                <a:spcPct val="100000"/>
              </a:lnSpc>
              <a:spcBef>
                <a:spcPts val="0"/>
              </a:spcBef>
              <a:spcAft>
                <a:spcPts val="0"/>
              </a:spcAft>
              <a:buSzPts val="1300"/>
              <a:buNone/>
              <a:defRPr sz="1300"/>
            </a:lvl8pPr>
            <a:lvl9pPr lvl="8" algn="ctr">
              <a:lnSpc>
                <a:spcPct val="100000"/>
              </a:lnSpc>
              <a:spcBef>
                <a:spcPts val="0"/>
              </a:spcBef>
              <a:spcAft>
                <a:spcPts val="0"/>
              </a:spcAft>
              <a:buSzPts val="1300"/>
              <a:buNone/>
              <a:defRPr sz="1300"/>
            </a:lvl9pPr>
          </a:lstStyle>
          <a:p/>
        </p:txBody>
      </p:sp>
      <p:sp>
        <p:nvSpPr>
          <p:cNvPr id="58" name="Google Shape;58;p14"/>
          <p:cNvSpPr txBox="1"/>
          <p:nvPr>
            <p:ph idx="1" type="body"/>
          </p:nvPr>
        </p:nvSpPr>
        <p:spPr>
          <a:xfrm>
            <a:off x="304799" y="971550"/>
            <a:ext cx="4114800" cy="3886199"/>
          </a:xfrm>
          <a:prstGeom prst="rect">
            <a:avLst/>
          </a:prstGeom>
          <a:noFill/>
          <a:ln>
            <a:noFill/>
          </a:ln>
        </p:spPr>
        <p:txBody>
          <a:bodyPr anchorCtr="0" anchor="t" bIns="41900" lIns="83800" spcFirstLastPara="1" rIns="83800" wrap="square" tIns="41900">
            <a:noAutofit/>
          </a:bodyPr>
          <a:lstStyle>
            <a:lvl1pPr indent="-330200" lvl="0" marL="457200" marR="0" rtl="0" algn="l">
              <a:lnSpc>
                <a:spcPct val="100000"/>
              </a:lnSpc>
              <a:spcBef>
                <a:spcPts val="500"/>
              </a:spcBef>
              <a:spcAft>
                <a:spcPts val="0"/>
              </a:spcAft>
              <a:buClr>
                <a:srgbClr val="000000"/>
              </a:buClr>
              <a:buSzPts val="1600"/>
              <a:buFont typeface="Arial"/>
              <a:buChar char="●"/>
              <a:defRPr b="0" i="0" sz="2500" u="none" cap="none" strike="noStrike">
                <a:solidFill>
                  <a:srgbClr val="000000"/>
                </a:solidFill>
                <a:latin typeface="Arial"/>
                <a:ea typeface="Arial"/>
                <a:cs typeface="Arial"/>
                <a:sym typeface="Arial"/>
              </a:defRPr>
            </a:lvl1pPr>
            <a:lvl2pPr indent="-311150" lvl="1" marL="914400" marR="0" rtl="0" algn="l">
              <a:lnSpc>
                <a:spcPct val="100000"/>
              </a:lnSpc>
              <a:spcBef>
                <a:spcPts val="500"/>
              </a:spcBef>
              <a:spcAft>
                <a:spcPts val="0"/>
              </a:spcAft>
              <a:buClr>
                <a:srgbClr val="000000"/>
              </a:buClr>
              <a:buSzPts val="1300"/>
              <a:buFont typeface="Arial"/>
              <a:buChar char="○"/>
              <a:defRPr b="0" i="0" sz="2200" u="none" cap="none" strike="noStrike">
                <a:solidFill>
                  <a:srgbClr val="000000"/>
                </a:solidFill>
                <a:latin typeface="Arial"/>
                <a:ea typeface="Arial"/>
                <a:cs typeface="Arial"/>
                <a:sym typeface="Arial"/>
              </a:defRPr>
            </a:lvl2pPr>
            <a:lvl3pPr indent="-292100" lvl="2" marL="1371600" marR="0" rtl="0" algn="l">
              <a:lnSpc>
                <a:spcPct val="100000"/>
              </a:lnSpc>
              <a:spcBef>
                <a:spcPts val="300"/>
              </a:spcBef>
              <a:spcAft>
                <a:spcPts val="0"/>
              </a:spcAft>
              <a:buClr>
                <a:srgbClr val="000000"/>
              </a:buClr>
              <a:buSzPts val="1000"/>
              <a:buFont typeface="Arial"/>
              <a:buChar char="■"/>
              <a:defRPr b="0" i="0" sz="19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6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9pPr>
          </a:lstStyle>
          <a:p/>
        </p:txBody>
      </p:sp>
      <p:sp>
        <p:nvSpPr>
          <p:cNvPr id="59" name="Google Shape;59;p14"/>
          <p:cNvSpPr txBox="1"/>
          <p:nvPr>
            <p:ph idx="2" type="body"/>
          </p:nvPr>
        </p:nvSpPr>
        <p:spPr>
          <a:xfrm>
            <a:off x="4572000" y="971550"/>
            <a:ext cx="4114800" cy="3886199"/>
          </a:xfrm>
          <a:prstGeom prst="rect">
            <a:avLst/>
          </a:prstGeom>
          <a:noFill/>
          <a:ln>
            <a:noFill/>
          </a:ln>
        </p:spPr>
        <p:txBody>
          <a:bodyPr anchorCtr="0" anchor="t" bIns="41900" lIns="83800" spcFirstLastPara="1" rIns="83800" wrap="square" tIns="41900">
            <a:noAutofit/>
          </a:bodyPr>
          <a:lstStyle>
            <a:lvl1pPr indent="-330200" lvl="0" marL="457200" marR="0" rtl="0" algn="l">
              <a:lnSpc>
                <a:spcPct val="100000"/>
              </a:lnSpc>
              <a:spcBef>
                <a:spcPts val="500"/>
              </a:spcBef>
              <a:spcAft>
                <a:spcPts val="0"/>
              </a:spcAft>
              <a:buClr>
                <a:srgbClr val="000000"/>
              </a:buClr>
              <a:buSzPts val="1600"/>
              <a:buFont typeface="Arial"/>
              <a:buChar char="●"/>
              <a:defRPr b="0" i="0" sz="2500" u="none" cap="none" strike="noStrike">
                <a:solidFill>
                  <a:srgbClr val="000000"/>
                </a:solidFill>
                <a:latin typeface="Arial"/>
                <a:ea typeface="Arial"/>
                <a:cs typeface="Arial"/>
                <a:sym typeface="Arial"/>
              </a:defRPr>
            </a:lvl1pPr>
            <a:lvl2pPr indent="-311150" lvl="1" marL="914400" marR="0" rtl="0" algn="l">
              <a:lnSpc>
                <a:spcPct val="100000"/>
              </a:lnSpc>
              <a:spcBef>
                <a:spcPts val="500"/>
              </a:spcBef>
              <a:spcAft>
                <a:spcPts val="0"/>
              </a:spcAft>
              <a:buClr>
                <a:srgbClr val="000000"/>
              </a:buClr>
              <a:buSzPts val="1300"/>
              <a:buFont typeface="Arial"/>
              <a:buChar char="○"/>
              <a:defRPr b="0" i="0" sz="2200" u="none" cap="none" strike="noStrike">
                <a:solidFill>
                  <a:srgbClr val="000000"/>
                </a:solidFill>
                <a:latin typeface="Arial"/>
                <a:ea typeface="Arial"/>
                <a:cs typeface="Arial"/>
                <a:sym typeface="Arial"/>
              </a:defRPr>
            </a:lvl2pPr>
            <a:lvl3pPr indent="-292100" lvl="2" marL="1371600" marR="0" rtl="0" algn="l">
              <a:lnSpc>
                <a:spcPct val="100000"/>
              </a:lnSpc>
              <a:spcBef>
                <a:spcPts val="300"/>
              </a:spcBef>
              <a:spcAft>
                <a:spcPts val="0"/>
              </a:spcAft>
              <a:buClr>
                <a:srgbClr val="000000"/>
              </a:buClr>
              <a:buSzPts val="1000"/>
              <a:buFont typeface="Arial"/>
              <a:buChar char="■"/>
              <a:defRPr b="0" i="0" sz="19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6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9pPr>
          </a:lstStyle>
          <a:p/>
        </p:txBody>
      </p:sp>
      <p:sp>
        <p:nvSpPr>
          <p:cNvPr id="60" name="Google Shape;60;p14"/>
          <p:cNvSpPr txBox="1"/>
          <p:nvPr>
            <p:ph idx="10" type="dt"/>
          </p:nvPr>
        </p:nvSpPr>
        <p:spPr>
          <a:xfrm>
            <a:off x="152401" y="4857751"/>
            <a:ext cx="1904999" cy="285749"/>
          </a:xfrm>
          <a:prstGeom prst="rect">
            <a:avLst/>
          </a:prstGeom>
          <a:noFill/>
          <a:ln>
            <a:noFill/>
          </a:ln>
        </p:spPr>
        <p:txBody>
          <a:bodyPr anchorCtr="0" anchor="b" bIns="41900" lIns="83800" spcFirstLastPara="1" rIns="83800" wrap="square" tIns="41900">
            <a:noAutofit/>
          </a:bodyPr>
          <a:lstStyle>
            <a:lvl1pPr lvl="0" marR="0" rtl="0" algn="l">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61" name="Google Shape;61;p14"/>
          <p:cNvSpPr txBox="1"/>
          <p:nvPr>
            <p:ph idx="11" type="ftr"/>
          </p:nvPr>
        </p:nvSpPr>
        <p:spPr>
          <a:xfrm>
            <a:off x="3124201" y="4857751"/>
            <a:ext cx="2895601" cy="285749"/>
          </a:xfrm>
          <a:prstGeom prst="rect">
            <a:avLst/>
          </a:prstGeom>
          <a:noFill/>
          <a:ln>
            <a:noFill/>
          </a:ln>
        </p:spPr>
        <p:txBody>
          <a:bodyPr anchorCtr="0" anchor="b" bIns="41900" lIns="83800" spcFirstLastPara="1" rIns="83800" wrap="square" tIns="41900">
            <a:noAutofit/>
          </a:bodyPr>
          <a:lstStyle>
            <a:lvl1pPr lvl="0" marR="0" rtl="0" algn="ctr">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62" name="Google Shape;62;p14"/>
          <p:cNvSpPr txBox="1"/>
          <p:nvPr>
            <p:ph idx="12" type="sldNum"/>
          </p:nvPr>
        </p:nvSpPr>
        <p:spPr>
          <a:xfrm>
            <a:off x="7239001" y="4857751"/>
            <a:ext cx="1904999" cy="285749"/>
          </a:xfrm>
          <a:prstGeom prst="rect">
            <a:avLst/>
          </a:prstGeom>
          <a:noFill/>
          <a:ln>
            <a:noFill/>
          </a:ln>
        </p:spPr>
        <p:txBody>
          <a:bodyPr anchorCtr="0" anchor="b" bIns="41900" lIns="83800" spcFirstLastPara="1" rIns="83800" wrap="square" tIns="41900">
            <a:noAutofit/>
          </a:bodyPr>
          <a:lstStyle>
            <a:lvl1pPr indent="0" lvl="0"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b="1" sz="1300">
              <a:solidFill>
                <a:srgbClr val="1D315F"/>
              </a:solidFill>
              <a:latin typeface="Open Sans"/>
              <a:ea typeface="Open Sans"/>
              <a:cs typeface="Open Sans"/>
              <a:sym typeface="Open Sans"/>
            </a:endParaRPr>
          </a:p>
        </p:txBody>
      </p: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OBJECT_1">
    <p:spTree>
      <p:nvGrpSpPr>
        <p:cNvPr id="63" name="Shape 63"/>
        <p:cNvGrpSpPr/>
        <p:nvPr/>
      </p:nvGrpSpPr>
      <p:grpSpPr>
        <a:xfrm>
          <a:off x="0" y="0"/>
          <a:ext cx="0" cy="0"/>
          <a:chOff x="0" y="0"/>
          <a:chExt cx="0" cy="0"/>
        </a:xfrm>
      </p:grpSpPr>
      <p:sp>
        <p:nvSpPr>
          <p:cNvPr id="64" name="Google Shape;64;p15"/>
          <p:cNvSpPr txBox="1"/>
          <p:nvPr>
            <p:ph type="title"/>
          </p:nvPr>
        </p:nvSpPr>
        <p:spPr>
          <a:xfrm>
            <a:off x="152401" y="228601"/>
            <a:ext cx="8762999" cy="457200"/>
          </a:xfrm>
          <a:prstGeom prst="rect">
            <a:avLst/>
          </a:prstGeom>
          <a:noFill/>
          <a:ln>
            <a:noFill/>
          </a:ln>
        </p:spPr>
        <p:txBody>
          <a:bodyPr anchorCtr="0" anchor="b" bIns="41900" lIns="83800" spcFirstLastPara="1" rIns="83800" wrap="square" tIns="41900">
            <a:noAutofit/>
          </a:bodyPr>
          <a:lstStyle>
            <a:lvl1pPr lvl="0" algn="ctr">
              <a:lnSpc>
                <a:spcPct val="100000"/>
              </a:lnSpc>
              <a:spcBef>
                <a:spcPts val="0"/>
              </a:spcBef>
              <a:spcAft>
                <a:spcPts val="0"/>
              </a:spcAft>
              <a:buSzPts val="1300"/>
              <a:buNone/>
              <a:defRPr sz="1300"/>
            </a:lvl1pPr>
            <a:lvl2pPr lvl="1" algn="ctr">
              <a:lnSpc>
                <a:spcPct val="100000"/>
              </a:lnSpc>
              <a:spcBef>
                <a:spcPts val="0"/>
              </a:spcBef>
              <a:spcAft>
                <a:spcPts val="0"/>
              </a:spcAft>
              <a:buSzPts val="1300"/>
              <a:buNone/>
              <a:defRPr sz="1300"/>
            </a:lvl2pPr>
            <a:lvl3pPr lvl="2" algn="ctr">
              <a:lnSpc>
                <a:spcPct val="100000"/>
              </a:lnSpc>
              <a:spcBef>
                <a:spcPts val="0"/>
              </a:spcBef>
              <a:spcAft>
                <a:spcPts val="0"/>
              </a:spcAft>
              <a:buSzPts val="1300"/>
              <a:buNone/>
              <a:defRPr sz="1300"/>
            </a:lvl3pPr>
            <a:lvl4pPr lvl="3" algn="ctr">
              <a:lnSpc>
                <a:spcPct val="100000"/>
              </a:lnSpc>
              <a:spcBef>
                <a:spcPts val="0"/>
              </a:spcBef>
              <a:spcAft>
                <a:spcPts val="0"/>
              </a:spcAft>
              <a:buSzPts val="1300"/>
              <a:buNone/>
              <a:defRPr sz="1300"/>
            </a:lvl4pPr>
            <a:lvl5pPr lvl="4" algn="ctr">
              <a:lnSpc>
                <a:spcPct val="100000"/>
              </a:lnSpc>
              <a:spcBef>
                <a:spcPts val="0"/>
              </a:spcBef>
              <a:spcAft>
                <a:spcPts val="0"/>
              </a:spcAft>
              <a:buSzPts val="1300"/>
              <a:buNone/>
              <a:defRPr sz="1300"/>
            </a:lvl5pPr>
            <a:lvl6pPr lvl="5" algn="ctr">
              <a:lnSpc>
                <a:spcPct val="100000"/>
              </a:lnSpc>
              <a:spcBef>
                <a:spcPts val="0"/>
              </a:spcBef>
              <a:spcAft>
                <a:spcPts val="0"/>
              </a:spcAft>
              <a:buSzPts val="1300"/>
              <a:buNone/>
              <a:defRPr sz="1300"/>
            </a:lvl6pPr>
            <a:lvl7pPr lvl="6" algn="ctr">
              <a:lnSpc>
                <a:spcPct val="100000"/>
              </a:lnSpc>
              <a:spcBef>
                <a:spcPts val="0"/>
              </a:spcBef>
              <a:spcAft>
                <a:spcPts val="0"/>
              </a:spcAft>
              <a:buSzPts val="1300"/>
              <a:buNone/>
              <a:defRPr sz="1300"/>
            </a:lvl7pPr>
            <a:lvl8pPr lvl="7" algn="ctr">
              <a:lnSpc>
                <a:spcPct val="100000"/>
              </a:lnSpc>
              <a:spcBef>
                <a:spcPts val="0"/>
              </a:spcBef>
              <a:spcAft>
                <a:spcPts val="0"/>
              </a:spcAft>
              <a:buSzPts val="1300"/>
              <a:buNone/>
              <a:defRPr sz="1300"/>
            </a:lvl8pPr>
            <a:lvl9pPr lvl="8" algn="ctr">
              <a:lnSpc>
                <a:spcPct val="100000"/>
              </a:lnSpc>
              <a:spcBef>
                <a:spcPts val="0"/>
              </a:spcBef>
              <a:spcAft>
                <a:spcPts val="0"/>
              </a:spcAft>
              <a:buSzPts val="1300"/>
              <a:buNone/>
              <a:defRPr sz="1300"/>
            </a:lvl9pPr>
          </a:lstStyle>
          <a:p/>
        </p:txBody>
      </p:sp>
      <p:sp>
        <p:nvSpPr>
          <p:cNvPr id="65" name="Google Shape;65;p15"/>
          <p:cNvSpPr txBox="1"/>
          <p:nvPr>
            <p:ph idx="1" type="body"/>
          </p:nvPr>
        </p:nvSpPr>
        <p:spPr>
          <a:xfrm>
            <a:off x="304799" y="971550"/>
            <a:ext cx="8382001" cy="388619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66" name="Google Shape;66;p15"/>
          <p:cNvSpPr txBox="1"/>
          <p:nvPr>
            <p:ph idx="12" type="sldNum"/>
          </p:nvPr>
        </p:nvSpPr>
        <p:spPr>
          <a:xfrm>
            <a:off x="7239001" y="4857751"/>
            <a:ext cx="1904999" cy="285749"/>
          </a:xfrm>
          <a:prstGeom prst="rect">
            <a:avLst/>
          </a:prstGeom>
          <a:noFill/>
          <a:ln>
            <a:noFill/>
          </a:ln>
        </p:spPr>
        <p:txBody>
          <a:bodyPr anchorCtr="0" anchor="b" bIns="41900" lIns="83800" spcFirstLastPara="1" rIns="83800" wrap="square" tIns="41900">
            <a:noAutofit/>
          </a:bodyPr>
          <a:lstStyle>
            <a:lvl1pPr indent="0" lvl="0"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b="1" sz="1300">
              <a:solidFill>
                <a:srgbClr val="1D315F"/>
              </a:solidFill>
              <a:latin typeface="Open Sans"/>
              <a:ea typeface="Open Sans"/>
              <a:cs typeface="Open Sans"/>
              <a:sym typeface="Open Sans"/>
            </a:endParaRPr>
          </a:p>
        </p:txBody>
      </p:sp>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67" name="Shape 67"/>
        <p:cNvGrpSpPr/>
        <p:nvPr/>
      </p:nvGrpSpPr>
      <p:grpSpPr>
        <a:xfrm>
          <a:off x="0" y="0"/>
          <a:ext cx="0" cy="0"/>
          <a:chOff x="0" y="0"/>
          <a:chExt cx="0" cy="0"/>
        </a:xfrm>
      </p:grpSpPr>
      <p:sp>
        <p:nvSpPr>
          <p:cNvPr id="68" name="Google Shape;68;p16"/>
          <p:cNvSpPr txBox="1"/>
          <p:nvPr>
            <p:ph type="title"/>
          </p:nvPr>
        </p:nvSpPr>
        <p:spPr>
          <a:xfrm>
            <a:off x="152401" y="228601"/>
            <a:ext cx="8762999" cy="457200"/>
          </a:xfrm>
          <a:prstGeom prst="rect">
            <a:avLst/>
          </a:prstGeom>
          <a:noFill/>
          <a:ln>
            <a:noFill/>
          </a:ln>
        </p:spPr>
        <p:txBody>
          <a:bodyPr anchorCtr="0" anchor="b" bIns="41900" lIns="83800" spcFirstLastPara="1" rIns="83800" wrap="square" tIns="41900">
            <a:noAutofit/>
          </a:bodyPr>
          <a:lstStyle>
            <a:lvl1pPr lvl="0" algn="ctr">
              <a:lnSpc>
                <a:spcPct val="100000"/>
              </a:lnSpc>
              <a:spcBef>
                <a:spcPts val="0"/>
              </a:spcBef>
              <a:spcAft>
                <a:spcPts val="0"/>
              </a:spcAft>
              <a:buSzPts val="1300"/>
              <a:buNone/>
              <a:defRPr sz="1300"/>
            </a:lvl1pPr>
            <a:lvl2pPr lvl="1" algn="ctr">
              <a:lnSpc>
                <a:spcPct val="100000"/>
              </a:lnSpc>
              <a:spcBef>
                <a:spcPts val="0"/>
              </a:spcBef>
              <a:spcAft>
                <a:spcPts val="0"/>
              </a:spcAft>
              <a:buSzPts val="1300"/>
              <a:buNone/>
              <a:defRPr sz="1300"/>
            </a:lvl2pPr>
            <a:lvl3pPr lvl="2" algn="ctr">
              <a:lnSpc>
                <a:spcPct val="100000"/>
              </a:lnSpc>
              <a:spcBef>
                <a:spcPts val="0"/>
              </a:spcBef>
              <a:spcAft>
                <a:spcPts val="0"/>
              </a:spcAft>
              <a:buSzPts val="1300"/>
              <a:buNone/>
              <a:defRPr sz="1300"/>
            </a:lvl3pPr>
            <a:lvl4pPr lvl="3" algn="ctr">
              <a:lnSpc>
                <a:spcPct val="100000"/>
              </a:lnSpc>
              <a:spcBef>
                <a:spcPts val="0"/>
              </a:spcBef>
              <a:spcAft>
                <a:spcPts val="0"/>
              </a:spcAft>
              <a:buSzPts val="1300"/>
              <a:buNone/>
              <a:defRPr sz="1300"/>
            </a:lvl4pPr>
            <a:lvl5pPr lvl="4" algn="ctr">
              <a:lnSpc>
                <a:spcPct val="100000"/>
              </a:lnSpc>
              <a:spcBef>
                <a:spcPts val="0"/>
              </a:spcBef>
              <a:spcAft>
                <a:spcPts val="0"/>
              </a:spcAft>
              <a:buSzPts val="1300"/>
              <a:buNone/>
              <a:defRPr sz="1300"/>
            </a:lvl5pPr>
            <a:lvl6pPr lvl="5" algn="ctr">
              <a:lnSpc>
                <a:spcPct val="100000"/>
              </a:lnSpc>
              <a:spcBef>
                <a:spcPts val="0"/>
              </a:spcBef>
              <a:spcAft>
                <a:spcPts val="0"/>
              </a:spcAft>
              <a:buSzPts val="1300"/>
              <a:buNone/>
              <a:defRPr sz="1300"/>
            </a:lvl6pPr>
            <a:lvl7pPr lvl="6" algn="ctr">
              <a:lnSpc>
                <a:spcPct val="100000"/>
              </a:lnSpc>
              <a:spcBef>
                <a:spcPts val="0"/>
              </a:spcBef>
              <a:spcAft>
                <a:spcPts val="0"/>
              </a:spcAft>
              <a:buSzPts val="1300"/>
              <a:buNone/>
              <a:defRPr sz="1300"/>
            </a:lvl7pPr>
            <a:lvl8pPr lvl="7" algn="ctr">
              <a:lnSpc>
                <a:spcPct val="100000"/>
              </a:lnSpc>
              <a:spcBef>
                <a:spcPts val="0"/>
              </a:spcBef>
              <a:spcAft>
                <a:spcPts val="0"/>
              </a:spcAft>
              <a:buSzPts val="1300"/>
              <a:buNone/>
              <a:defRPr sz="1300"/>
            </a:lvl8pPr>
            <a:lvl9pPr lvl="8" algn="ctr">
              <a:lnSpc>
                <a:spcPct val="100000"/>
              </a:lnSpc>
              <a:spcBef>
                <a:spcPts val="0"/>
              </a:spcBef>
              <a:spcAft>
                <a:spcPts val="0"/>
              </a:spcAft>
              <a:buSzPts val="1300"/>
              <a:buNone/>
              <a:defRPr sz="1300"/>
            </a:lvl9pPr>
          </a:lstStyle>
          <a:p/>
        </p:txBody>
      </p:sp>
      <p:sp>
        <p:nvSpPr>
          <p:cNvPr id="69" name="Google Shape;69;p16"/>
          <p:cNvSpPr txBox="1"/>
          <p:nvPr>
            <p:ph idx="1" type="body"/>
          </p:nvPr>
        </p:nvSpPr>
        <p:spPr>
          <a:xfrm>
            <a:off x="304799" y="971550"/>
            <a:ext cx="4114800" cy="388619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70" name="Google Shape;70;p16"/>
          <p:cNvSpPr txBox="1"/>
          <p:nvPr>
            <p:ph idx="2" type="body"/>
          </p:nvPr>
        </p:nvSpPr>
        <p:spPr>
          <a:xfrm>
            <a:off x="4572000" y="971550"/>
            <a:ext cx="4114800" cy="188594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71" name="Google Shape;71;p16"/>
          <p:cNvSpPr txBox="1"/>
          <p:nvPr>
            <p:ph idx="3" type="body"/>
          </p:nvPr>
        </p:nvSpPr>
        <p:spPr>
          <a:xfrm>
            <a:off x="4572000" y="2971800"/>
            <a:ext cx="4114800" cy="188594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72" name="Google Shape;72;p16"/>
          <p:cNvSpPr txBox="1"/>
          <p:nvPr>
            <p:ph idx="10" type="dt"/>
          </p:nvPr>
        </p:nvSpPr>
        <p:spPr>
          <a:xfrm>
            <a:off x="152401" y="4857751"/>
            <a:ext cx="1904999" cy="285749"/>
          </a:xfrm>
          <a:prstGeom prst="rect">
            <a:avLst/>
          </a:prstGeom>
          <a:noFill/>
          <a:ln>
            <a:noFill/>
          </a:ln>
        </p:spPr>
        <p:txBody>
          <a:bodyPr anchorCtr="0" anchor="b" bIns="41900" lIns="83800" spcFirstLastPara="1" rIns="83800" wrap="square" tIns="41900">
            <a:noAutofit/>
          </a:bodyPr>
          <a:lstStyle>
            <a:lvl1pPr lvl="0" marR="0" rtl="0" algn="l">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73" name="Google Shape;73;p16"/>
          <p:cNvSpPr txBox="1"/>
          <p:nvPr>
            <p:ph idx="11" type="ftr"/>
          </p:nvPr>
        </p:nvSpPr>
        <p:spPr>
          <a:xfrm>
            <a:off x="3124201" y="4857751"/>
            <a:ext cx="2895601" cy="285749"/>
          </a:xfrm>
          <a:prstGeom prst="rect">
            <a:avLst/>
          </a:prstGeom>
          <a:noFill/>
          <a:ln>
            <a:noFill/>
          </a:ln>
        </p:spPr>
        <p:txBody>
          <a:bodyPr anchorCtr="0" anchor="b" bIns="41900" lIns="83800" spcFirstLastPara="1" rIns="83800" wrap="square" tIns="41900">
            <a:noAutofit/>
          </a:bodyPr>
          <a:lstStyle>
            <a:lvl1pPr lvl="0" marR="0" rtl="0" algn="ctr">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74" name="Google Shape;74;p16"/>
          <p:cNvSpPr txBox="1"/>
          <p:nvPr>
            <p:ph idx="12" type="sldNum"/>
          </p:nvPr>
        </p:nvSpPr>
        <p:spPr>
          <a:xfrm>
            <a:off x="7239001" y="4857751"/>
            <a:ext cx="1904999" cy="285749"/>
          </a:xfrm>
          <a:prstGeom prst="rect">
            <a:avLst/>
          </a:prstGeom>
          <a:noFill/>
          <a:ln>
            <a:noFill/>
          </a:ln>
        </p:spPr>
        <p:txBody>
          <a:bodyPr anchorCtr="0" anchor="b" bIns="41900" lIns="83800" spcFirstLastPara="1" rIns="83800" wrap="square" tIns="41900">
            <a:noAutofit/>
          </a:bodyPr>
          <a:lstStyle>
            <a:lvl1pPr indent="0" lvl="0"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b="1" sz="1300">
              <a:solidFill>
                <a:srgbClr val="1D315F"/>
              </a:solidFill>
              <a:latin typeface="Open Sans"/>
              <a:ea typeface="Open Sans"/>
              <a:cs typeface="Open Sans"/>
              <a:sym typeface="Open Sans"/>
            </a:endParaRPr>
          </a:p>
        </p:txBody>
      </p:sp>
    </p:spTree>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5" name="Shape 75"/>
        <p:cNvGrpSpPr/>
        <p:nvPr/>
      </p:nvGrpSpPr>
      <p:grpSpPr>
        <a:xfrm>
          <a:off x="0" y="0"/>
          <a:ext cx="0" cy="0"/>
          <a:chOff x="0" y="0"/>
          <a:chExt cx="0" cy="0"/>
        </a:xfrm>
      </p:grpSpPr>
      <p:sp>
        <p:nvSpPr>
          <p:cNvPr id="76" name="Google Shape;76;p17"/>
          <p:cNvSpPr/>
          <p:nvPr/>
        </p:nvSpPr>
        <p:spPr>
          <a:xfrm>
            <a:off x="11279" y="0"/>
            <a:ext cx="9119831" cy="5136454"/>
          </a:xfrm>
          <a:custGeom>
            <a:rect b="b" l="l" r="r" t="t"/>
            <a:pathLst>
              <a:path extrusionOk="0" h="3240405" w="5750560">
                <a:moveTo>
                  <a:pt x="5750179" y="0"/>
                </a:moveTo>
                <a:lnTo>
                  <a:pt x="0" y="0"/>
                </a:lnTo>
                <a:lnTo>
                  <a:pt x="0" y="3239998"/>
                </a:lnTo>
                <a:lnTo>
                  <a:pt x="5750179" y="3239998"/>
                </a:lnTo>
                <a:lnTo>
                  <a:pt x="5750179" y="0"/>
                </a:lnTo>
                <a:close/>
              </a:path>
            </a:pathLst>
          </a:custGeom>
          <a:solidFill>
            <a:srgbClr val="1D31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77" name="Google Shape;77;p17"/>
          <p:cNvSpPr/>
          <p:nvPr/>
        </p:nvSpPr>
        <p:spPr>
          <a:xfrm>
            <a:off x="3060802" y="4420692"/>
            <a:ext cx="3035242" cy="45295"/>
          </a:xfrm>
          <a:custGeom>
            <a:rect b="b" l="l" r="r" t="t"/>
            <a:pathLst>
              <a:path extrusionOk="0" h="28575" w="1913889">
                <a:moveTo>
                  <a:pt x="1913661" y="0"/>
                </a:moveTo>
                <a:lnTo>
                  <a:pt x="0" y="0"/>
                </a:lnTo>
                <a:lnTo>
                  <a:pt x="0" y="28181"/>
                </a:lnTo>
                <a:lnTo>
                  <a:pt x="1913661" y="28181"/>
                </a:lnTo>
                <a:lnTo>
                  <a:pt x="191366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78" name="Google Shape;78;p17"/>
          <p:cNvSpPr/>
          <p:nvPr/>
        </p:nvSpPr>
        <p:spPr>
          <a:xfrm>
            <a:off x="6095664" y="4420671"/>
            <a:ext cx="3035242" cy="45295"/>
          </a:xfrm>
          <a:custGeom>
            <a:rect b="b" l="l" r="r" t="t"/>
            <a:pathLst>
              <a:path extrusionOk="0" h="28575" w="1913889">
                <a:moveTo>
                  <a:pt x="1913661" y="0"/>
                </a:moveTo>
                <a:lnTo>
                  <a:pt x="0" y="0"/>
                </a:lnTo>
                <a:lnTo>
                  <a:pt x="0" y="28181"/>
                </a:lnTo>
                <a:lnTo>
                  <a:pt x="1913661" y="28181"/>
                </a:lnTo>
                <a:lnTo>
                  <a:pt x="1913661" y="0"/>
                </a:lnTo>
                <a:close/>
              </a:path>
            </a:pathLst>
          </a:custGeom>
          <a:solidFill>
            <a:srgbClr val="F172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79" name="Google Shape;79;p17"/>
          <p:cNvSpPr/>
          <p:nvPr/>
        </p:nvSpPr>
        <p:spPr>
          <a:xfrm>
            <a:off x="11319" y="4420692"/>
            <a:ext cx="3050348" cy="45295"/>
          </a:xfrm>
          <a:custGeom>
            <a:rect b="b" l="l" r="r" t="t"/>
            <a:pathLst>
              <a:path extrusionOk="0" h="28575" w="1923414">
                <a:moveTo>
                  <a:pt x="1922868" y="0"/>
                </a:moveTo>
                <a:lnTo>
                  <a:pt x="0" y="0"/>
                </a:lnTo>
                <a:lnTo>
                  <a:pt x="0" y="28181"/>
                </a:lnTo>
                <a:lnTo>
                  <a:pt x="1922868" y="28181"/>
                </a:lnTo>
                <a:lnTo>
                  <a:pt x="1922868" y="0"/>
                </a:lnTo>
                <a:close/>
              </a:path>
            </a:pathLst>
          </a:custGeom>
          <a:solidFill>
            <a:srgbClr val="C0C4CA">
              <a:alpha val="8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80" name="Google Shape;80;p17"/>
          <p:cNvSpPr txBox="1"/>
          <p:nvPr>
            <p:ph type="title"/>
          </p:nvPr>
        </p:nvSpPr>
        <p:spPr>
          <a:xfrm>
            <a:off x="524964" y="3566706"/>
            <a:ext cx="8094070" cy="61198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3700">
                <a:solidFill>
                  <a:schemeClr val="lt1"/>
                </a:solidFill>
                <a:latin typeface="Arial"/>
                <a:ea typeface="Arial"/>
                <a:cs typeface="Arial"/>
                <a:sym typeface="Arial"/>
              </a:defRPr>
            </a:lvl1pPr>
            <a:lvl2pPr lvl="1" algn="l">
              <a:lnSpc>
                <a:spcPct val="100000"/>
              </a:lnSpc>
              <a:spcBef>
                <a:spcPts val="0"/>
              </a:spcBef>
              <a:spcAft>
                <a:spcPts val="0"/>
              </a:spcAft>
              <a:buSzPts val="2200"/>
              <a:buNone/>
              <a:defRPr sz="2200"/>
            </a:lvl2pPr>
            <a:lvl3pPr lvl="2" algn="l">
              <a:lnSpc>
                <a:spcPct val="100000"/>
              </a:lnSpc>
              <a:spcBef>
                <a:spcPts val="0"/>
              </a:spcBef>
              <a:spcAft>
                <a:spcPts val="0"/>
              </a:spcAft>
              <a:buSzPts val="2200"/>
              <a:buNone/>
              <a:defRPr sz="2200"/>
            </a:lvl3pPr>
            <a:lvl4pPr lvl="3" algn="l">
              <a:lnSpc>
                <a:spcPct val="100000"/>
              </a:lnSpc>
              <a:spcBef>
                <a:spcPts val="0"/>
              </a:spcBef>
              <a:spcAft>
                <a:spcPts val="0"/>
              </a:spcAft>
              <a:buSzPts val="2200"/>
              <a:buNone/>
              <a:defRPr sz="2200"/>
            </a:lvl4pPr>
            <a:lvl5pPr lvl="4" algn="l">
              <a:lnSpc>
                <a:spcPct val="100000"/>
              </a:lnSpc>
              <a:spcBef>
                <a:spcPts val="0"/>
              </a:spcBef>
              <a:spcAft>
                <a:spcPts val="0"/>
              </a:spcAft>
              <a:buSzPts val="2200"/>
              <a:buNone/>
              <a:defRPr sz="2200"/>
            </a:lvl5pPr>
            <a:lvl6pPr lvl="5" algn="l">
              <a:lnSpc>
                <a:spcPct val="100000"/>
              </a:lnSpc>
              <a:spcBef>
                <a:spcPts val="0"/>
              </a:spcBef>
              <a:spcAft>
                <a:spcPts val="0"/>
              </a:spcAft>
              <a:buSzPts val="2200"/>
              <a:buNone/>
              <a:defRPr sz="2200"/>
            </a:lvl6pPr>
            <a:lvl7pPr lvl="6" algn="l">
              <a:lnSpc>
                <a:spcPct val="100000"/>
              </a:lnSpc>
              <a:spcBef>
                <a:spcPts val="0"/>
              </a:spcBef>
              <a:spcAft>
                <a:spcPts val="0"/>
              </a:spcAft>
              <a:buSzPts val="2200"/>
              <a:buNone/>
              <a:defRPr sz="2200"/>
            </a:lvl7pPr>
            <a:lvl8pPr lvl="7" algn="l">
              <a:lnSpc>
                <a:spcPct val="100000"/>
              </a:lnSpc>
              <a:spcBef>
                <a:spcPts val="0"/>
              </a:spcBef>
              <a:spcAft>
                <a:spcPts val="0"/>
              </a:spcAft>
              <a:buSzPts val="2200"/>
              <a:buNone/>
              <a:defRPr sz="2200"/>
            </a:lvl8pPr>
            <a:lvl9pPr lvl="8" algn="l">
              <a:lnSpc>
                <a:spcPct val="100000"/>
              </a:lnSpc>
              <a:spcBef>
                <a:spcPts val="0"/>
              </a:spcBef>
              <a:spcAft>
                <a:spcPts val="0"/>
              </a:spcAft>
              <a:buSzPts val="2200"/>
              <a:buNone/>
              <a:defRPr sz="2200"/>
            </a:lvl9pPr>
          </a:lstStyle>
          <a:p/>
        </p:txBody>
      </p:sp>
      <p:sp>
        <p:nvSpPr>
          <p:cNvPr id="81" name="Google Shape;81;p17"/>
          <p:cNvSpPr txBox="1"/>
          <p:nvPr>
            <p:ph idx="11" type="ftr"/>
          </p:nvPr>
        </p:nvSpPr>
        <p:spPr>
          <a:xfrm>
            <a:off x="3108960" y="4783454"/>
            <a:ext cx="2926080" cy="257174"/>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2200"/>
              <a:buFont typeface="Arial"/>
              <a:buNone/>
              <a:defRPr b="0" i="0" sz="2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9pPr>
          </a:lstStyle>
          <a:p/>
        </p:txBody>
      </p:sp>
      <p:sp>
        <p:nvSpPr>
          <p:cNvPr id="82" name="Google Shape;82;p17"/>
          <p:cNvSpPr txBox="1"/>
          <p:nvPr>
            <p:ph idx="10" type="dt"/>
          </p:nvPr>
        </p:nvSpPr>
        <p:spPr>
          <a:xfrm>
            <a:off x="457200" y="4783454"/>
            <a:ext cx="2103120" cy="257174"/>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2200"/>
              <a:buFont typeface="Arial"/>
              <a:buNone/>
              <a:defRPr b="0" i="0" sz="2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9pPr>
          </a:lstStyle>
          <a:p/>
        </p:txBody>
      </p:sp>
      <p:sp>
        <p:nvSpPr>
          <p:cNvPr id="83" name="Google Shape;83;p17"/>
          <p:cNvSpPr txBox="1"/>
          <p:nvPr>
            <p:ph idx="12" type="sldNum"/>
          </p:nvPr>
        </p:nvSpPr>
        <p:spPr>
          <a:xfrm>
            <a:off x="6642048" y="305869"/>
            <a:ext cx="2103120" cy="14636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8" name="Shape 88"/>
        <p:cNvGrpSpPr/>
        <p:nvPr/>
      </p:nvGrpSpPr>
      <p:grpSpPr>
        <a:xfrm>
          <a:off x="0" y="0"/>
          <a:ext cx="0" cy="0"/>
          <a:chOff x="0" y="0"/>
          <a:chExt cx="0" cy="0"/>
        </a:xfrm>
      </p:grpSpPr>
      <p:cxnSp>
        <p:nvCxnSpPr>
          <p:cNvPr id="89" name="Google Shape;89;p19"/>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90" name="Google Shape;90;p19"/>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91" name="Google Shape;91;p19"/>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3" name="Shape 93"/>
        <p:cNvGrpSpPr/>
        <p:nvPr/>
      </p:nvGrpSpPr>
      <p:grpSpPr>
        <a:xfrm>
          <a:off x="0" y="0"/>
          <a:ext cx="0" cy="0"/>
          <a:chOff x="0" y="0"/>
          <a:chExt cx="0" cy="0"/>
        </a:xfrm>
      </p:grpSpPr>
      <p:cxnSp>
        <p:nvCxnSpPr>
          <p:cNvPr id="94" name="Google Shape;94;p20"/>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95" name="Google Shape;95;p20"/>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6" name="Google Shape;9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7" name="Shape 97"/>
        <p:cNvGrpSpPr/>
        <p:nvPr/>
      </p:nvGrpSpPr>
      <p:grpSpPr>
        <a:xfrm>
          <a:off x="0" y="0"/>
          <a:ext cx="0" cy="0"/>
          <a:chOff x="0" y="0"/>
          <a:chExt cx="0" cy="0"/>
        </a:xfrm>
      </p:grpSpPr>
      <p:sp>
        <p:nvSpPr>
          <p:cNvPr id="98" name="Google Shape;98;p2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 name="Google Shape;104;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5" name="Google Shape;105;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6" name="Google Shape;106;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sp>
        <p:nvSpPr>
          <p:cNvPr id="111" name="Google Shape;111;p2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2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3" name="Google Shape;11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14" name="Shape 114"/>
        <p:cNvGrpSpPr/>
        <p:nvPr/>
      </p:nvGrpSpPr>
      <p:grpSpPr>
        <a:xfrm>
          <a:off x="0" y="0"/>
          <a:ext cx="0" cy="0"/>
          <a:chOff x="0" y="0"/>
          <a:chExt cx="0" cy="0"/>
        </a:xfrm>
      </p:grpSpPr>
      <p:sp>
        <p:nvSpPr>
          <p:cNvPr id="115" name="Google Shape;115;p25"/>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6" name="Google Shape;116;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sp>
        <p:nvSpPr>
          <p:cNvPr id="118" name="Google Shape;118;p26"/>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26"/>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120" name="Google Shape;120;p26"/>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1" name="Google Shape;121;p26"/>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2" name="Google Shape;122;p2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123" name="Google Shape;12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27"/>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126" name="Google Shape;126;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2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8"/>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130" name="Google Shape;130;p28"/>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1" name="Google Shape;13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2" Type="http://schemas.openxmlformats.org/officeDocument/2006/relationships/theme" Target="../theme/theme3.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86" name="Google Shape;86;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7" name="Google Shape;8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Proxima Nova"/>
                <a:ea typeface="Proxima Nova"/>
                <a:cs typeface="Proxima Nova"/>
                <a:sym typeface="Proxima Nova"/>
              </a:defRPr>
            </a:lvl1pPr>
            <a:lvl2pPr lvl="1" rtl="0" algn="r">
              <a:buNone/>
              <a:defRPr sz="1000">
                <a:solidFill>
                  <a:schemeClr val="dk1"/>
                </a:solidFill>
                <a:latin typeface="Proxima Nova"/>
                <a:ea typeface="Proxima Nova"/>
                <a:cs typeface="Proxima Nova"/>
                <a:sym typeface="Proxima Nova"/>
              </a:defRPr>
            </a:lvl2pPr>
            <a:lvl3pPr lvl="2" rtl="0" algn="r">
              <a:buNone/>
              <a:defRPr sz="1000">
                <a:solidFill>
                  <a:schemeClr val="dk1"/>
                </a:solidFill>
                <a:latin typeface="Proxima Nova"/>
                <a:ea typeface="Proxima Nova"/>
                <a:cs typeface="Proxima Nova"/>
                <a:sym typeface="Proxima Nova"/>
              </a:defRPr>
            </a:lvl3pPr>
            <a:lvl4pPr lvl="3" rtl="0" algn="r">
              <a:buNone/>
              <a:defRPr sz="1000">
                <a:solidFill>
                  <a:schemeClr val="dk1"/>
                </a:solidFill>
                <a:latin typeface="Proxima Nova"/>
                <a:ea typeface="Proxima Nova"/>
                <a:cs typeface="Proxima Nova"/>
                <a:sym typeface="Proxima Nova"/>
              </a:defRPr>
            </a:lvl4pPr>
            <a:lvl5pPr lvl="4" rtl="0" algn="r">
              <a:buNone/>
              <a:defRPr sz="1000">
                <a:solidFill>
                  <a:schemeClr val="dk1"/>
                </a:solidFill>
                <a:latin typeface="Proxima Nova"/>
                <a:ea typeface="Proxima Nova"/>
                <a:cs typeface="Proxima Nova"/>
                <a:sym typeface="Proxima Nova"/>
              </a:defRPr>
            </a:lvl5pPr>
            <a:lvl6pPr lvl="5" rtl="0" algn="r">
              <a:buNone/>
              <a:defRPr sz="1000">
                <a:solidFill>
                  <a:schemeClr val="dk1"/>
                </a:solidFill>
                <a:latin typeface="Proxima Nova"/>
                <a:ea typeface="Proxima Nova"/>
                <a:cs typeface="Proxima Nova"/>
                <a:sym typeface="Proxima Nova"/>
              </a:defRPr>
            </a:lvl6pPr>
            <a:lvl7pPr lvl="6" rtl="0" algn="r">
              <a:buNone/>
              <a:defRPr sz="1000">
                <a:solidFill>
                  <a:schemeClr val="dk1"/>
                </a:solidFill>
                <a:latin typeface="Proxima Nova"/>
                <a:ea typeface="Proxima Nova"/>
                <a:cs typeface="Proxima Nova"/>
                <a:sym typeface="Proxima Nova"/>
              </a:defRPr>
            </a:lvl7pPr>
            <a:lvl8pPr lvl="7" rtl="0" algn="r">
              <a:buNone/>
              <a:defRPr sz="1000">
                <a:solidFill>
                  <a:schemeClr val="dk1"/>
                </a:solidFill>
                <a:latin typeface="Proxima Nova"/>
                <a:ea typeface="Proxima Nova"/>
                <a:cs typeface="Proxima Nova"/>
                <a:sym typeface="Proxima Nova"/>
              </a:defRPr>
            </a:lvl8pPr>
            <a:lvl9pPr lvl="8" rtl="0"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hyperlink" Target="https://drive.google.com/drive/folders/1FmQxhpiQdybV-4zvv-R8DrPZVhbl7_wG?usp=drive_lin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White cloud in front of dark blue star-filled sky" id="138" name="Google Shape;138;p30"/>
          <p:cNvPicPr preferRelativeResize="0"/>
          <p:nvPr/>
        </p:nvPicPr>
        <p:blipFill rotWithShape="1">
          <a:blip r:embed="rId3">
            <a:alphaModFix/>
          </a:blip>
          <a:srcRect b="17068" l="0" r="1720" t="0"/>
          <a:stretch/>
        </p:blipFill>
        <p:spPr>
          <a:xfrm>
            <a:off x="0" y="26475"/>
            <a:ext cx="9144001" cy="5143500"/>
          </a:xfrm>
          <a:prstGeom prst="rect">
            <a:avLst/>
          </a:prstGeom>
          <a:noFill/>
          <a:ln>
            <a:noFill/>
          </a:ln>
        </p:spPr>
      </p:pic>
      <p:sp>
        <p:nvSpPr>
          <p:cNvPr id="139" name="Google Shape;139;p30"/>
          <p:cNvSpPr txBox="1"/>
          <p:nvPr>
            <p:ph type="ctrTitle"/>
          </p:nvPr>
        </p:nvSpPr>
        <p:spPr>
          <a:xfrm>
            <a:off x="-58950" y="1316925"/>
            <a:ext cx="9261900" cy="1588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t>Tuần 11</a:t>
            </a:r>
            <a:endParaRPr sz="4400"/>
          </a:p>
          <a:p>
            <a:pPr indent="0" lvl="0" marL="0" rtl="0" algn="ctr">
              <a:spcBef>
                <a:spcPts val="0"/>
              </a:spcBef>
              <a:spcAft>
                <a:spcPts val="0"/>
              </a:spcAft>
              <a:buNone/>
            </a:pPr>
            <a:r>
              <a:rPr lang="en" sz="4400"/>
              <a:t>Classification</a:t>
            </a:r>
            <a:endParaRPr sz="4400"/>
          </a:p>
        </p:txBody>
      </p:sp>
      <p:sp>
        <p:nvSpPr>
          <p:cNvPr id="140" name="Google Shape;140;p30"/>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TS. Phạm Tuấn</a:t>
            </a:r>
            <a:endParaRPr/>
          </a:p>
        </p:txBody>
      </p:sp>
      <p:sp>
        <p:nvSpPr>
          <p:cNvPr id="141" name="Google Shape;141;p30"/>
          <p:cNvSpPr txBox="1"/>
          <p:nvPr>
            <p:ph idx="1" type="subTitle"/>
          </p:nvPr>
        </p:nvSpPr>
        <p:spPr>
          <a:xfrm>
            <a:off x="510450" y="4370775"/>
            <a:ext cx="2122500" cy="50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ptuan@ute.udn.vn</a:t>
            </a:r>
            <a:endParaRPr sz="1800"/>
          </a:p>
        </p:txBody>
      </p:sp>
      <p:cxnSp>
        <p:nvCxnSpPr>
          <p:cNvPr id="142" name="Google Shape;142;p30"/>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Dữ liệu </a:t>
            </a:r>
            <a:endParaRPr b="0">
              <a:latin typeface="Montserrat"/>
              <a:ea typeface="Montserrat"/>
              <a:cs typeface="Montserrat"/>
              <a:sym typeface="Montserrat"/>
            </a:endParaRPr>
          </a:p>
        </p:txBody>
      </p:sp>
      <p:sp>
        <p:nvSpPr>
          <p:cNvPr id="148" name="Google Shape;148;p31"/>
          <p:cNvSpPr txBox="1"/>
          <p:nvPr>
            <p:ph idx="1" type="body"/>
          </p:nvPr>
        </p:nvSpPr>
        <p:spPr>
          <a:xfrm>
            <a:off x="338150" y="11577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A1A1A"/>
                </a:solidFill>
                <a:latin typeface="Arial"/>
                <a:ea typeface="Arial"/>
                <a:cs typeface="Arial"/>
                <a:sym typeface="Arial"/>
              </a:rPr>
              <a:t>Ở buổi học này, một mô hình AI để </a:t>
            </a:r>
            <a:r>
              <a:rPr lang="en">
                <a:solidFill>
                  <a:srgbClr val="FF0000"/>
                </a:solidFill>
                <a:latin typeface="Arial"/>
                <a:ea typeface="Arial"/>
                <a:cs typeface="Arial"/>
                <a:sym typeface="Arial"/>
              </a:rPr>
              <a:t>phân loại tình trạng thời tiết của ngày mai. </a:t>
            </a:r>
            <a:endParaRPr>
              <a:solidFill>
                <a:srgbClr val="3C78D8"/>
              </a:solidFill>
              <a:latin typeface="Arial"/>
              <a:ea typeface="Arial"/>
              <a:cs typeface="Arial"/>
              <a:sym typeface="Arial"/>
            </a:endParaRPr>
          </a:p>
          <a:p>
            <a:pPr indent="0" lvl="0" marL="0" rtl="0" algn="l">
              <a:lnSpc>
                <a:spcPct val="115000"/>
              </a:lnSpc>
              <a:spcBef>
                <a:spcPts val="1600"/>
              </a:spcBef>
              <a:spcAft>
                <a:spcPts val="0"/>
              </a:spcAft>
              <a:buNone/>
            </a:pPr>
            <a:r>
              <a:t/>
            </a:r>
            <a:endParaRPr>
              <a:solidFill>
                <a:srgbClr val="1A1A1A"/>
              </a:solidFill>
              <a:latin typeface="Arial"/>
              <a:ea typeface="Arial"/>
              <a:cs typeface="Arial"/>
              <a:sym typeface="Arial"/>
            </a:endParaRPr>
          </a:p>
          <a:p>
            <a:pPr indent="0" lvl="0" marL="0" rtl="0" algn="l">
              <a:lnSpc>
                <a:spcPct val="115000"/>
              </a:lnSpc>
              <a:spcBef>
                <a:spcPts val="1600"/>
              </a:spcBef>
              <a:spcAft>
                <a:spcPts val="0"/>
              </a:spcAft>
              <a:buNone/>
            </a:pPr>
            <a:r>
              <a:t/>
            </a:r>
            <a:endParaRPr>
              <a:solidFill>
                <a:srgbClr val="1A1A1A"/>
              </a:solidFill>
              <a:latin typeface="Arial"/>
              <a:ea typeface="Arial"/>
              <a:cs typeface="Arial"/>
              <a:sym typeface="Arial"/>
            </a:endParaRPr>
          </a:p>
          <a:p>
            <a:pPr indent="0" lvl="0" marL="0" rtl="0" algn="l">
              <a:lnSpc>
                <a:spcPct val="115000"/>
              </a:lnSpc>
              <a:spcBef>
                <a:spcPts val="1600"/>
              </a:spcBef>
              <a:spcAft>
                <a:spcPts val="0"/>
              </a:spcAft>
              <a:buNone/>
            </a:pPr>
            <a:r>
              <a:t/>
            </a:r>
            <a:endParaRPr>
              <a:solidFill>
                <a:srgbClr val="1A1A1A"/>
              </a:solidFill>
              <a:latin typeface="Arial"/>
              <a:ea typeface="Arial"/>
              <a:cs typeface="Arial"/>
              <a:sym typeface="Arial"/>
            </a:endParaRPr>
          </a:p>
          <a:p>
            <a:pPr indent="0" lvl="0" marL="0" rtl="0" algn="l">
              <a:lnSpc>
                <a:spcPct val="115000"/>
              </a:lnSpc>
              <a:spcBef>
                <a:spcPts val="1600"/>
              </a:spcBef>
              <a:spcAft>
                <a:spcPts val="0"/>
              </a:spcAft>
              <a:buNone/>
            </a:pPr>
            <a:r>
              <a:t/>
            </a:r>
            <a:endParaRPr>
              <a:solidFill>
                <a:srgbClr val="1A1A1A"/>
              </a:solidFill>
              <a:latin typeface="Arial"/>
              <a:ea typeface="Arial"/>
              <a:cs typeface="Arial"/>
              <a:sym typeface="Arial"/>
            </a:endParaRPr>
          </a:p>
          <a:p>
            <a:pPr indent="0" lvl="0" marL="0" rtl="0" algn="l">
              <a:lnSpc>
                <a:spcPct val="115000"/>
              </a:lnSpc>
              <a:spcBef>
                <a:spcPts val="1600"/>
              </a:spcBef>
              <a:spcAft>
                <a:spcPts val="0"/>
              </a:spcAft>
              <a:buNone/>
            </a:pPr>
            <a:r>
              <a:t/>
            </a:r>
            <a:endParaRPr>
              <a:solidFill>
                <a:srgbClr val="1A1A1A"/>
              </a:solidFill>
              <a:latin typeface="Arial"/>
              <a:ea typeface="Arial"/>
              <a:cs typeface="Arial"/>
              <a:sym typeface="Arial"/>
            </a:endParaRPr>
          </a:p>
          <a:p>
            <a:pPr indent="0" lvl="0" marL="0" rtl="0" algn="l">
              <a:spcBef>
                <a:spcPts val="1600"/>
              </a:spcBef>
              <a:spcAft>
                <a:spcPts val="1600"/>
              </a:spcAft>
              <a:buNone/>
            </a:pPr>
            <a:r>
              <a:rPr lang="en">
                <a:solidFill>
                  <a:srgbClr val="1A1A1A"/>
                </a:solidFill>
                <a:latin typeface="Arial"/>
                <a:ea typeface="Arial"/>
                <a:cs typeface="Arial"/>
                <a:sym typeface="Arial"/>
              </a:rPr>
              <a:t>Tình trạng thời tiết sẽ có 4 loại: Cloudy, Rainy, Sunny, và Snowy</a:t>
            </a:r>
            <a:endParaRPr>
              <a:solidFill>
                <a:srgbClr val="1A1A1A"/>
              </a:solidFill>
              <a:latin typeface="Arial"/>
              <a:ea typeface="Arial"/>
              <a:cs typeface="Arial"/>
              <a:sym typeface="Arial"/>
            </a:endParaRPr>
          </a:p>
        </p:txBody>
      </p:sp>
      <p:pic>
        <p:nvPicPr>
          <p:cNvPr id="149" name="Google Shape;149;p31"/>
          <p:cNvPicPr preferRelativeResize="0"/>
          <p:nvPr/>
        </p:nvPicPr>
        <p:blipFill>
          <a:blip r:embed="rId3">
            <a:alphaModFix/>
          </a:blip>
          <a:stretch>
            <a:fillRect/>
          </a:stretch>
        </p:blipFill>
        <p:spPr>
          <a:xfrm>
            <a:off x="3127825" y="1805238"/>
            <a:ext cx="2590800" cy="2600325"/>
          </a:xfrm>
          <a:prstGeom prst="rect">
            <a:avLst/>
          </a:prstGeom>
          <a:noFill/>
          <a:ln>
            <a:noFill/>
          </a:ln>
        </p:spPr>
      </p:pic>
      <p:sp>
        <p:nvSpPr>
          <p:cNvPr id="150" name="Google Shape;150;p31"/>
          <p:cNvSpPr txBox="1"/>
          <p:nvPr/>
        </p:nvSpPr>
        <p:spPr>
          <a:xfrm>
            <a:off x="4522400" y="-416550"/>
            <a:ext cx="571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Xác định dữ liệu để xây dựng mô hình </a:t>
            </a:r>
            <a:r>
              <a:rPr lang="en"/>
              <a:t>phân loại</a:t>
            </a:r>
            <a:endParaRPr b="0">
              <a:latin typeface="Montserrat"/>
              <a:ea typeface="Montserrat"/>
              <a:cs typeface="Montserrat"/>
              <a:sym typeface="Montserrat"/>
            </a:endParaRPr>
          </a:p>
        </p:txBody>
      </p:sp>
      <p:sp>
        <p:nvSpPr>
          <p:cNvPr id="156" name="Google Shape;156;p32"/>
          <p:cNvSpPr txBox="1"/>
          <p:nvPr>
            <p:ph idx="1" type="body"/>
          </p:nvPr>
        </p:nvSpPr>
        <p:spPr>
          <a:xfrm>
            <a:off x="338150" y="1157775"/>
            <a:ext cx="8494200" cy="257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1A1A1A"/>
                </a:solidFill>
                <a:latin typeface="Arial"/>
                <a:ea typeface="Arial"/>
                <a:cs typeface="Arial"/>
                <a:sym typeface="Arial"/>
              </a:rPr>
              <a:t>Dữ liệu chúng ta xây dựng mô hình dự đoán tình trạng thời tiết có những đặc điểm sau:</a:t>
            </a:r>
            <a:endParaRPr sz="1300">
              <a:solidFill>
                <a:srgbClr val="1A1A1A"/>
              </a:solidFill>
              <a:latin typeface="Arial"/>
              <a:ea typeface="Arial"/>
              <a:cs typeface="Arial"/>
              <a:sym typeface="Arial"/>
            </a:endParaRPr>
          </a:p>
          <a:p>
            <a:pPr indent="-311150" lvl="0" marL="457200" rtl="0" algn="l">
              <a:lnSpc>
                <a:spcPct val="150000"/>
              </a:lnSpc>
              <a:spcBef>
                <a:spcPts val="1600"/>
              </a:spcBef>
              <a:spcAft>
                <a:spcPts val="0"/>
              </a:spcAft>
              <a:buClr>
                <a:srgbClr val="1A1A1A"/>
              </a:buClr>
              <a:buSzPts val="1300"/>
              <a:buFont typeface="Arial"/>
              <a:buChar char="-"/>
            </a:pPr>
            <a:r>
              <a:rPr lang="en" sz="1300">
                <a:solidFill>
                  <a:srgbClr val="1A1A1A"/>
                </a:solidFill>
                <a:latin typeface="Arial"/>
                <a:ea typeface="Arial"/>
                <a:cs typeface="Arial"/>
                <a:sym typeface="Arial"/>
              </a:rPr>
              <a:t>Dữ liệu được lấy từ quá khứ.</a:t>
            </a:r>
            <a:r>
              <a:rPr lang="en" sz="1300" u="sng">
                <a:solidFill>
                  <a:srgbClr val="3C78D8"/>
                </a:solidFill>
                <a:latin typeface="Arial"/>
                <a:ea typeface="Arial"/>
                <a:cs typeface="Arial"/>
                <a:sym typeface="Arial"/>
                <a:hlinkClick r:id="rId3">
                  <a:extLst>
                    <a:ext uri="{A12FA001-AC4F-418D-AE19-62706E023703}">
                      <ahyp:hlinkClr val="tx"/>
                    </a:ext>
                  </a:extLst>
                </a:hlinkClick>
              </a:rPr>
              <a:t>LINK code và dữ liệu</a:t>
            </a:r>
            <a:endParaRPr sz="800">
              <a:solidFill>
                <a:srgbClr val="1A1A1A"/>
              </a:solidFill>
              <a:latin typeface="Arial"/>
              <a:ea typeface="Arial"/>
              <a:cs typeface="Arial"/>
              <a:sym typeface="Arial"/>
            </a:endParaRPr>
          </a:p>
          <a:p>
            <a:pPr indent="-311150" lvl="0" marL="457200" rtl="0" algn="l">
              <a:lnSpc>
                <a:spcPct val="150000"/>
              </a:lnSpc>
              <a:spcBef>
                <a:spcPts val="0"/>
              </a:spcBef>
              <a:spcAft>
                <a:spcPts val="0"/>
              </a:spcAft>
              <a:buClr>
                <a:srgbClr val="1A1A1A"/>
              </a:buClr>
              <a:buSzPts val="1300"/>
              <a:buFont typeface="Arial"/>
              <a:buChar char="-"/>
            </a:pPr>
            <a:r>
              <a:rPr lang="en" sz="1300">
                <a:solidFill>
                  <a:srgbClr val="1A1A1A"/>
                </a:solidFill>
                <a:latin typeface="Arial"/>
                <a:ea typeface="Arial"/>
                <a:cs typeface="Arial"/>
                <a:sym typeface="Arial"/>
              </a:rPr>
              <a:t>Chúng ta phải chọn 1 quãng thời gian dữ liệu cần thiết để dự đoán nhiệt độ ngày mai. (ví dụ ta sẽ lấy dữ liệu </a:t>
            </a:r>
            <a:r>
              <a:rPr lang="en" sz="1300">
                <a:solidFill>
                  <a:srgbClr val="FF0000"/>
                </a:solidFill>
                <a:latin typeface="Arial"/>
                <a:ea typeface="Arial"/>
                <a:cs typeface="Arial"/>
                <a:sym typeface="Arial"/>
              </a:rPr>
              <a:t>7 ngày trước</a:t>
            </a:r>
            <a:r>
              <a:rPr lang="en" sz="1300">
                <a:solidFill>
                  <a:srgbClr val="1A1A1A"/>
                </a:solidFill>
                <a:latin typeface="Arial"/>
                <a:ea typeface="Arial"/>
                <a:cs typeface="Arial"/>
                <a:sym typeface="Arial"/>
              </a:rPr>
              <a:t> để dự đoán nhiệt độ ngày mai)</a:t>
            </a:r>
            <a:endParaRPr sz="1300">
              <a:solidFill>
                <a:srgbClr val="1A1A1A"/>
              </a:solidFill>
              <a:latin typeface="Arial"/>
              <a:ea typeface="Arial"/>
              <a:cs typeface="Arial"/>
              <a:sym typeface="Arial"/>
            </a:endParaRPr>
          </a:p>
          <a:p>
            <a:pPr indent="-311150" lvl="0" marL="457200" rtl="0" algn="l">
              <a:lnSpc>
                <a:spcPct val="150000"/>
              </a:lnSpc>
              <a:spcBef>
                <a:spcPts val="0"/>
              </a:spcBef>
              <a:spcAft>
                <a:spcPts val="0"/>
              </a:spcAft>
              <a:buClr>
                <a:srgbClr val="1A1A1A"/>
              </a:buClr>
              <a:buSzPts val="1300"/>
              <a:buFont typeface="Arial"/>
              <a:buChar char="-"/>
            </a:pPr>
            <a:r>
              <a:rPr lang="en" sz="1300">
                <a:solidFill>
                  <a:srgbClr val="1A1A1A"/>
                </a:solidFill>
                <a:latin typeface="Arial"/>
                <a:ea typeface="Arial"/>
                <a:cs typeface="Arial"/>
                <a:sym typeface="Arial"/>
              </a:rPr>
              <a:t>Dữ liệu để xây dựng mô hình dự đoán phải có </a:t>
            </a:r>
            <a:r>
              <a:rPr b="1" lang="en" sz="1300">
                <a:solidFill>
                  <a:srgbClr val="FF00FF"/>
                </a:solidFill>
                <a:latin typeface="Arial"/>
                <a:ea typeface="Arial"/>
                <a:cs typeface="Arial"/>
                <a:sym typeface="Arial"/>
              </a:rPr>
              <a:t>X</a:t>
            </a:r>
            <a:r>
              <a:rPr lang="en" sz="1300">
                <a:solidFill>
                  <a:srgbClr val="1A1A1A"/>
                </a:solidFill>
                <a:latin typeface="Arial"/>
                <a:ea typeface="Arial"/>
                <a:cs typeface="Arial"/>
                <a:sym typeface="Arial"/>
              </a:rPr>
              <a:t> (</a:t>
            </a:r>
            <a:r>
              <a:rPr lang="en" sz="1300">
                <a:solidFill>
                  <a:srgbClr val="980000"/>
                </a:solidFill>
                <a:latin typeface="Arial"/>
                <a:ea typeface="Arial"/>
                <a:cs typeface="Arial"/>
                <a:sym typeface="Arial"/>
              </a:rPr>
              <a:t>dữ liệu thời tiết trong quá khứ</a:t>
            </a:r>
            <a:r>
              <a:rPr lang="en" sz="1300">
                <a:solidFill>
                  <a:srgbClr val="1A1A1A"/>
                </a:solidFill>
                <a:latin typeface="Arial"/>
                <a:ea typeface="Arial"/>
                <a:cs typeface="Arial"/>
                <a:sym typeface="Arial"/>
              </a:rPr>
              <a:t>) và </a:t>
            </a:r>
            <a:r>
              <a:rPr b="1" lang="en" sz="1300">
                <a:solidFill>
                  <a:srgbClr val="FF00FF"/>
                </a:solidFill>
                <a:latin typeface="Arial"/>
                <a:ea typeface="Arial"/>
                <a:cs typeface="Arial"/>
                <a:sym typeface="Arial"/>
              </a:rPr>
              <a:t>y</a:t>
            </a:r>
            <a:r>
              <a:rPr b="1" lang="en" sz="1300">
                <a:solidFill>
                  <a:srgbClr val="00FF00"/>
                </a:solidFill>
                <a:latin typeface="Arial"/>
                <a:ea typeface="Arial"/>
                <a:cs typeface="Arial"/>
                <a:sym typeface="Arial"/>
              </a:rPr>
              <a:t> </a:t>
            </a:r>
            <a:r>
              <a:rPr lang="en" sz="1300">
                <a:solidFill>
                  <a:srgbClr val="1A1A1A"/>
                </a:solidFill>
                <a:latin typeface="Arial"/>
                <a:ea typeface="Arial"/>
                <a:cs typeface="Arial"/>
                <a:sym typeface="Arial"/>
              </a:rPr>
              <a:t>(</a:t>
            </a:r>
            <a:r>
              <a:rPr lang="en" sz="1300">
                <a:solidFill>
                  <a:srgbClr val="980000"/>
                </a:solidFill>
                <a:latin typeface="Arial"/>
                <a:ea typeface="Arial"/>
                <a:cs typeface="Arial"/>
                <a:sym typeface="Arial"/>
              </a:rPr>
              <a:t>dữ liệu tình trạng thời tiết trong quá khứ</a:t>
            </a:r>
            <a:r>
              <a:rPr lang="en" sz="1300">
                <a:solidFill>
                  <a:srgbClr val="1A1A1A"/>
                </a:solidFill>
                <a:latin typeface="Arial"/>
                <a:ea typeface="Arial"/>
                <a:cs typeface="Arial"/>
                <a:sym typeface="Arial"/>
              </a:rPr>
              <a:t>)</a:t>
            </a:r>
            <a:endParaRPr sz="1300">
              <a:solidFill>
                <a:srgbClr val="1A1A1A"/>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Xây dựng dữ liệu để xây dựng mô hình dự đoán</a:t>
            </a:r>
            <a:endParaRPr b="0">
              <a:latin typeface="Montserrat"/>
              <a:ea typeface="Montserrat"/>
              <a:cs typeface="Montserrat"/>
              <a:sym typeface="Montserrat"/>
            </a:endParaRPr>
          </a:p>
        </p:txBody>
      </p:sp>
      <p:pic>
        <p:nvPicPr>
          <p:cNvPr id="162" name="Google Shape;162;p33"/>
          <p:cNvPicPr preferRelativeResize="0"/>
          <p:nvPr/>
        </p:nvPicPr>
        <p:blipFill>
          <a:blip r:embed="rId3">
            <a:alphaModFix/>
          </a:blip>
          <a:stretch>
            <a:fillRect/>
          </a:stretch>
        </p:blipFill>
        <p:spPr>
          <a:xfrm>
            <a:off x="165650" y="1786438"/>
            <a:ext cx="8839202" cy="1808617"/>
          </a:xfrm>
          <a:prstGeom prst="rect">
            <a:avLst/>
          </a:prstGeom>
          <a:noFill/>
          <a:ln>
            <a:noFill/>
          </a:ln>
        </p:spPr>
      </p:pic>
      <p:sp>
        <p:nvSpPr>
          <p:cNvPr id="163" name="Google Shape;163;p33"/>
          <p:cNvSpPr txBox="1"/>
          <p:nvPr>
            <p:ph idx="1" type="body"/>
          </p:nvPr>
        </p:nvSpPr>
        <p:spPr>
          <a:xfrm>
            <a:off x="338150" y="1157775"/>
            <a:ext cx="8494200" cy="1162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600"/>
              </a:spcAft>
              <a:buNone/>
            </a:pPr>
            <a:r>
              <a:rPr lang="en" sz="1300">
                <a:solidFill>
                  <a:srgbClr val="1A1A1A"/>
                </a:solidFill>
                <a:latin typeface="Arial"/>
                <a:ea typeface="Arial"/>
                <a:cs typeface="Arial"/>
                <a:sym typeface="Arial"/>
              </a:rPr>
              <a:t>Bên dưới là dữ liệu mà chúng ta sẽ làm trong bài học hôm nay.</a:t>
            </a:r>
            <a:endParaRPr sz="1300">
              <a:solidFill>
                <a:srgbClr val="1A1A1A"/>
              </a:solidFill>
              <a:latin typeface="Arial"/>
              <a:ea typeface="Arial"/>
              <a:cs typeface="Arial"/>
              <a:sym typeface="Arial"/>
            </a:endParaRPr>
          </a:p>
        </p:txBody>
      </p:sp>
      <p:sp>
        <p:nvSpPr>
          <p:cNvPr id="164" name="Google Shape;164;p33"/>
          <p:cNvSpPr/>
          <p:nvPr/>
        </p:nvSpPr>
        <p:spPr>
          <a:xfrm>
            <a:off x="8261325" y="1745500"/>
            <a:ext cx="803400" cy="1904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65" name="Google Shape;165;p33"/>
          <p:cNvPicPr preferRelativeResize="0"/>
          <p:nvPr/>
        </p:nvPicPr>
        <p:blipFill>
          <a:blip r:embed="rId4">
            <a:alphaModFix/>
          </a:blip>
          <a:stretch>
            <a:fillRect/>
          </a:stretch>
        </p:blipFill>
        <p:spPr>
          <a:xfrm>
            <a:off x="2512775" y="4011200"/>
            <a:ext cx="3356650" cy="994300"/>
          </a:xfrm>
          <a:prstGeom prst="rect">
            <a:avLst/>
          </a:prstGeom>
          <a:noFill/>
          <a:ln>
            <a:noFill/>
          </a:ln>
        </p:spPr>
      </p:pic>
      <p:sp>
        <p:nvSpPr>
          <p:cNvPr id="166" name="Google Shape;166;p33"/>
          <p:cNvSpPr txBox="1"/>
          <p:nvPr/>
        </p:nvSpPr>
        <p:spPr>
          <a:xfrm>
            <a:off x="6576275" y="4246750"/>
            <a:ext cx="234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Proxima Nova"/>
                <a:ea typeface="Proxima Nova"/>
                <a:cs typeface="Proxima Nova"/>
                <a:sym typeface="Proxima Nova"/>
              </a:rPr>
              <a:t>Chúng ta cần phải mã hoá dữ liệu để máy tính có thể làm việc được. </a:t>
            </a:r>
            <a:endParaRPr sz="1100">
              <a:solidFill>
                <a:schemeClr val="dk1"/>
              </a:solidFill>
              <a:latin typeface="Proxima Nova"/>
              <a:ea typeface="Proxima Nova"/>
              <a:cs typeface="Proxima Nova"/>
              <a:sym typeface="Proxima Nova"/>
            </a:endParaRPr>
          </a:p>
        </p:txBody>
      </p:sp>
      <p:cxnSp>
        <p:nvCxnSpPr>
          <p:cNvPr id="167" name="Google Shape;167;p33"/>
          <p:cNvCxnSpPr>
            <a:stCxn id="166" idx="0"/>
            <a:endCxn id="164" idx="2"/>
          </p:cNvCxnSpPr>
          <p:nvPr/>
        </p:nvCxnSpPr>
        <p:spPr>
          <a:xfrm rot="-5400000">
            <a:off x="7908575" y="3492250"/>
            <a:ext cx="597000" cy="912000"/>
          </a:xfrm>
          <a:prstGeom prst="curvedConnector3">
            <a:avLst>
              <a:gd fmla="val 50013" name="adj1"/>
            </a:avLst>
          </a:prstGeom>
          <a:noFill/>
          <a:ln cap="flat" cmpd="sng" w="9525">
            <a:solidFill>
              <a:schemeClr val="dk2"/>
            </a:solidFill>
            <a:prstDash val="solid"/>
            <a:round/>
            <a:headEnd len="med" w="med" type="none"/>
            <a:tailEnd len="med" w="med" type="stealth"/>
          </a:ln>
        </p:spPr>
      </p:cxnSp>
      <p:cxnSp>
        <p:nvCxnSpPr>
          <p:cNvPr id="168" name="Google Shape;168;p33"/>
          <p:cNvCxnSpPr>
            <a:stCxn id="166" idx="1"/>
            <a:endCxn id="165" idx="3"/>
          </p:cNvCxnSpPr>
          <p:nvPr/>
        </p:nvCxnSpPr>
        <p:spPr>
          <a:xfrm flipH="1">
            <a:off x="5869475" y="4508350"/>
            <a:ext cx="706800" cy="600"/>
          </a:xfrm>
          <a:prstGeom prst="curvedConnector3">
            <a:avLst>
              <a:gd fmla="val 50004" name="adj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Xây dựng dữ liệu để xây dựng mô hình dự đoán</a:t>
            </a:r>
            <a:endParaRPr b="0">
              <a:latin typeface="Montserrat"/>
              <a:ea typeface="Montserrat"/>
              <a:cs typeface="Montserrat"/>
              <a:sym typeface="Montserrat"/>
            </a:endParaRPr>
          </a:p>
        </p:txBody>
      </p:sp>
      <p:pic>
        <p:nvPicPr>
          <p:cNvPr id="174" name="Google Shape;174;p34"/>
          <p:cNvPicPr preferRelativeResize="0"/>
          <p:nvPr/>
        </p:nvPicPr>
        <p:blipFill>
          <a:blip r:embed="rId3">
            <a:alphaModFix/>
          </a:blip>
          <a:stretch>
            <a:fillRect/>
          </a:stretch>
        </p:blipFill>
        <p:spPr>
          <a:xfrm>
            <a:off x="202000" y="1299050"/>
            <a:ext cx="8839199" cy="29815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Xác định dữ liệu để xây dựng mô hình dự đoán</a:t>
            </a:r>
            <a:endParaRPr b="0">
              <a:latin typeface="Montserrat"/>
              <a:ea typeface="Montserrat"/>
              <a:cs typeface="Montserrat"/>
              <a:sym typeface="Montserrat"/>
            </a:endParaRPr>
          </a:p>
        </p:txBody>
      </p:sp>
      <p:sp>
        <p:nvSpPr>
          <p:cNvPr id="180" name="Google Shape;180;p35"/>
          <p:cNvSpPr txBox="1"/>
          <p:nvPr>
            <p:ph idx="1" type="body"/>
          </p:nvPr>
        </p:nvSpPr>
        <p:spPr>
          <a:xfrm>
            <a:off x="338150" y="1157775"/>
            <a:ext cx="3350100" cy="1249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500">
                <a:solidFill>
                  <a:srgbClr val="1A1A1A"/>
                </a:solidFill>
                <a:latin typeface="Arial"/>
                <a:ea typeface="Arial"/>
                <a:cs typeface="Arial"/>
                <a:sym typeface="Arial"/>
              </a:rPr>
              <a:t>Chúng ta cần xác định những biến tính tương quan đến nhiệt độ, và từ đó ta dùng những biến đó để phân loại được tình trạng thời tiết của ngày mai</a:t>
            </a:r>
            <a:endParaRPr sz="1500">
              <a:solidFill>
                <a:srgbClr val="1A1A1A"/>
              </a:solidFill>
              <a:latin typeface="Arial"/>
              <a:ea typeface="Arial"/>
              <a:cs typeface="Arial"/>
              <a:sym typeface="Arial"/>
            </a:endParaRPr>
          </a:p>
          <a:p>
            <a:pPr indent="0" lvl="0" marL="0" rtl="0" algn="just">
              <a:lnSpc>
                <a:spcPct val="115000"/>
              </a:lnSpc>
              <a:spcBef>
                <a:spcPts val="1600"/>
              </a:spcBef>
              <a:spcAft>
                <a:spcPts val="0"/>
              </a:spcAft>
              <a:buNone/>
            </a:pPr>
            <a:r>
              <a:rPr lang="en" sz="1500">
                <a:solidFill>
                  <a:srgbClr val="1A1A1A"/>
                </a:solidFill>
                <a:latin typeface="Arial"/>
                <a:ea typeface="Arial"/>
                <a:cs typeface="Arial"/>
                <a:sym typeface="Arial"/>
              </a:rPr>
              <a:t>Từ hình bên, chúng ta có thể thấy:</a:t>
            </a:r>
            <a:endParaRPr sz="1500">
              <a:solidFill>
                <a:srgbClr val="1A1A1A"/>
              </a:solidFill>
              <a:latin typeface="Arial"/>
              <a:ea typeface="Arial"/>
              <a:cs typeface="Arial"/>
              <a:sym typeface="Arial"/>
            </a:endParaRPr>
          </a:p>
          <a:p>
            <a:pPr indent="-323850" lvl="0" marL="457200" rtl="0" algn="just">
              <a:lnSpc>
                <a:spcPct val="115000"/>
              </a:lnSpc>
              <a:spcBef>
                <a:spcPts val="1600"/>
              </a:spcBef>
              <a:spcAft>
                <a:spcPts val="0"/>
              </a:spcAft>
              <a:buClr>
                <a:srgbClr val="1A1A1A"/>
              </a:buClr>
              <a:buSzPts val="1500"/>
              <a:buFont typeface="Arial"/>
              <a:buChar char="-"/>
            </a:pPr>
            <a:r>
              <a:rPr lang="en" sz="1500">
                <a:solidFill>
                  <a:srgbClr val="1A1A1A"/>
                </a:solidFill>
                <a:latin typeface="Arial"/>
                <a:ea typeface="Arial"/>
                <a:cs typeface="Arial"/>
                <a:sym typeface="Arial"/>
              </a:rPr>
              <a:t>Cloud Cover</a:t>
            </a:r>
            <a:endParaRPr sz="1500">
              <a:solidFill>
                <a:srgbClr val="1A1A1A"/>
              </a:solidFill>
              <a:latin typeface="Arial"/>
              <a:ea typeface="Arial"/>
              <a:cs typeface="Arial"/>
              <a:sym typeface="Arial"/>
            </a:endParaRPr>
          </a:p>
          <a:p>
            <a:pPr indent="-323850" lvl="0" marL="457200" rtl="0" algn="just">
              <a:lnSpc>
                <a:spcPct val="115000"/>
              </a:lnSpc>
              <a:spcBef>
                <a:spcPts val="0"/>
              </a:spcBef>
              <a:spcAft>
                <a:spcPts val="0"/>
              </a:spcAft>
              <a:buClr>
                <a:srgbClr val="1A1A1A"/>
              </a:buClr>
              <a:buSzPts val="1500"/>
              <a:buFont typeface="Arial"/>
              <a:buChar char="-"/>
            </a:pPr>
            <a:r>
              <a:rPr lang="en" sz="1500">
                <a:solidFill>
                  <a:srgbClr val="1A1A1A"/>
                </a:solidFill>
                <a:latin typeface="Arial"/>
                <a:ea typeface="Arial"/>
                <a:cs typeface="Arial"/>
                <a:sym typeface="Arial"/>
              </a:rPr>
              <a:t>UV Index</a:t>
            </a:r>
            <a:endParaRPr sz="1500">
              <a:solidFill>
                <a:srgbClr val="1A1A1A"/>
              </a:solidFill>
              <a:latin typeface="Arial"/>
              <a:ea typeface="Arial"/>
              <a:cs typeface="Arial"/>
              <a:sym typeface="Arial"/>
            </a:endParaRPr>
          </a:p>
          <a:p>
            <a:pPr indent="-323850" lvl="0" marL="457200" rtl="0" algn="just">
              <a:lnSpc>
                <a:spcPct val="115000"/>
              </a:lnSpc>
              <a:spcBef>
                <a:spcPts val="0"/>
              </a:spcBef>
              <a:spcAft>
                <a:spcPts val="0"/>
              </a:spcAft>
              <a:buClr>
                <a:srgbClr val="1A1A1A"/>
              </a:buClr>
              <a:buSzPts val="1500"/>
              <a:buFont typeface="Arial"/>
              <a:buChar char="-"/>
            </a:pPr>
            <a:r>
              <a:rPr lang="en" sz="1500">
                <a:solidFill>
                  <a:srgbClr val="1A1A1A"/>
                </a:solidFill>
                <a:latin typeface="Arial"/>
                <a:ea typeface="Arial"/>
                <a:cs typeface="Arial"/>
                <a:sym typeface="Arial"/>
              </a:rPr>
              <a:t>Humidity</a:t>
            </a:r>
            <a:endParaRPr sz="1500">
              <a:solidFill>
                <a:srgbClr val="1A1A1A"/>
              </a:solidFill>
              <a:latin typeface="Arial"/>
              <a:ea typeface="Arial"/>
              <a:cs typeface="Arial"/>
              <a:sym typeface="Arial"/>
            </a:endParaRPr>
          </a:p>
          <a:p>
            <a:pPr indent="-323850" lvl="0" marL="457200" rtl="0" algn="just">
              <a:lnSpc>
                <a:spcPct val="115000"/>
              </a:lnSpc>
              <a:spcBef>
                <a:spcPts val="0"/>
              </a:spcBef>
              <a:spcAft>
                <a:spcPts val="0"/>
              </a:spcAft>
              <a:buClr>
                <a:srgbClr val="1A1A1A"/>
              </a:buClr>
              <a:buSzPts val="1500"/>
              <a:buFont typeface="Arial"/>
              <a:buChar char="-"/>
            </a:pPr>
            <a:r>
              <a:rPr lang="en" sz="1500">
                <a:solidFill>
                  <a:srgbClr val="1A1A1A"/>
                </a:solidFill>
                <a:latin typeface="Arial"/>
                <a:ea typeface="Arial"/>
                <a:cs typeface="Arial"/>
                <a:sym typeface="Arial"/>
              </a:rPr>
              <a:t>Weather type của hôm nay</a:t>
            </a:r>
            <a:endParaRPr sz="1500">
              <a:solidFill>
                <a:srgbClr val="1A1A1A"/>
              </a:solidFill>
              <a:latin typeface="Arial"/>
              <a:ea typeface="Arial"/>
              <a:cs typeface="Arial"/>
              <a:sym typeface="Arial"/>
            </a:endParaRPr>
          </a:p>
          <a:p>
            <a:pPr indent="0" lvl="0" marL="0" rtl="0" algn="just">
              <a:lnSpc>
                <a:spcPct val="115000"/>
              </a:lnSpc>
              <a:spcBef>
                <a:spcPts val="1600"/>
              </a:spcBef>
              <a:spcAft>
                <a:spcPts val="1600"/>
              </a:spcAft>
              <a:buNone/>
            </a:pPr>
            <a:r>
              <a:rPr lang="en" sz="1500">
                <a:solidFill>
                  <a:srgbClr val="1A1A1A"/>
                </a:solidFill>
                <a:latin typeface="Arial"/>
                <a:ea typeface="Arial"/>
                <a:cs typeface="Arial"/>
                <a:sym typeface="Arial"/>
              </a:rPr>
              <a:t>Là 2 biến có tính tương quan đến tình trạng thời tiết.</a:t>
            </a:r>
            <a:endParaRPr sz="1500">
              <a:solidFill>
                <a:srgbClr val="1A1A1A"/>
              </a:solidFill>
              <a:latin typeface="Arial"/>
              <a:ea typeface="Arial"/>
              <a:cs typeface="Arial"/>
              <a:sym typeface="Arial"/>
            </a:endParaRPr>
          </a:p>
        </p:txBody>
      </p:sp>
      <p:pic>
        <p:nvPicPr>
          <p:cNvPr id="181" name="Google Shape;181;p35"/>
          <p:cNvPicPr preferRelativeResize="0"/>
          <p:nvPr/>
        </p:nvPicPr>
        <p:blipFill>
          <a:blip r:embed="rId3">
            <a:alphaModFix/>
          </a:blip>
          <a:stretch>
            <a:fillRect/>
          </a:stretch>
        </p:blipFill>
        <p:spPr>
          <a:xfrm>
            <a:off x="4228500" y="1102100"/>
            <a:ext cx="4683125" cy="38279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Chia dữ liệu thành 2 tập</a:t>
            </a:r>
            <a:endParaRPr b="0">
              <a:latin typeface="Montserrat"/>
              <a:ea typeface="Montserrat"/>
              <a:cs typeface="Montserrat"/>
              <a:sym typeface="Montserrat"/>
            </a:endParaRPr>
          </a:p>
        </p:txBody>
      </p:sp>
      <p:pic>
        <p:nvPicPr>
          <p:cNvPr id="187" name="Google Shape;187;p36"/>
          <p:cNvPicPr preferRelativeResize="0"/>
          <p:nvPr/>
        </p:nvPicPr>
        <p:blipFill>
          <a:blip r:embed="rId3">
            <a:alphaModFix/>
          </a:blip>
          <a:stretch>
            <a:fillRect/>
          </a:stretch>
        </p:blipFill>
        <p:spPr>
          <a:xfrm>
            <a:off x="1176000" y="1762850"/>
            <a:ext cx="6549775" cy="3237775"/>
          </a:xfrm>
          <a:prstGeom prst="rect">
            <a:avLst/>
          </a:prstGeom>
          <a:noFill/>
          <a:ln>
            <a:noFill/>
          </a:ln>
        </p:spPr>
      </p:pic>
      <p:sp>
        <p:nvSpPr>
          <p:cNvPr id="188" name="Google Shape;188;p36"/>
          <p:cNvSpPr txBox="1"/>
          <p:nvPr>
            <p:ph idx="1" type="body"/>
          </p:nvPr>
        </p:nvSpPr>
        <p:spPr>
          <a:xfrm>
            <a:off x="338150" y="1157775"/>
            <a:ext cx="7774500" cy="1249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500">
                <a:solidFill>
                  <a:srgbClr val="1A1A1A"/>
                </a:solidFill>
                <a:latin typeface="Arial"/>
                <a:ea typeface="Arial"/>
                <a:cs typeface="Arial"/>
                <a:sym typeface="Arial"/>
              </a:rPr>
              <a:t>Dữ liệu đầu vào là 17 ngày * 4 features = 56 features</a:t>
            </a:r>
            <a:endParaRPr sz="1500">
              <a:solidFill>
                <a:srgbClr val="1A1A1A"/>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Xây dựng mô hình phân loại</a:t>
            </a:r>
            <a:endParaRPr b="0">
              <a:latin typeface="Montserrat"/>
              <a:ea typeface="Montserrat"/>
              <a:cs typeface="Montserrat"/>
              <a:sym typeface="Montserrat"/>
            </a:endParaRPr>
          </a:p>
        </p:txBody>
      </p:sp>
      <p:sp>
        <p:nvSpPr>
          <p:cNvPr id="194" name="Google Shape;194;p37"/>
          <p:cNvSpPr txBox="1"/>
          <p:nvPr>
            <p:ph idx="1" type="body"/>
          </p:nvPr>
        </p:nvSpPr>
        <p:spPr>
          <a:xfrm>
            <a:off x="338150" y="1157775"/>
            <a:ext cx="8520600" cy="49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a:solidFill>
                  <a:srgbClr val="1A1A1A"/>
                </a:solidFill>
                <a:latin typeface="Arial"/>
                <a:ea typeface="Arial"/>
                <a:cs typeface="Arial"/>
                <a:sym typeface="Arial"/>
              </a:rPr>
              <a:t>Chúng ta xây dựng mô hình phân loại bằng đoạn code như sau</a:t>
            </a:r>
            <a:endParaRPr>
              <a:solidFill>
                <a:srgbClr val="1A1A1A"/>
              </a:solidFill>
              <a:latin typeface="Arial"/>
              <a:ea typeface="Arial"/>
              <a:cs typeface="Arial"/>
              <a:sym typeface="Arial"/>
            </a:endParaRPr>
          </a:p>
        </p:txBody>
      </p:sp>
      <p:pic>
        <p:nvPicPr>
          <p:cNvPr id="195" name="Google Shape;195;p37"/>
          <p:cNvPicPr preferRelativeResize="0"/>
          <p:nvPr/>
        </p:nvPicPr>
        <p:blipFill>
          <a:blip r:embed="rId3">
            <a:alphaModFix/>
          </a:blip>
          <a:stretch>
            <a:fillRect/>
          </a:stretch>
        </p:blipFill>
        <p:spPr>
          <a:xfrm>
            <a:off x="251575" y="2159200"/>
            <a:ext cx="8337050" cy="2050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idx="4294967295" type="title"/>
          </p:nvPr>
        </p:nvSpPr>
        <p:spPr>
          <a:xfrm>
            <a:off x="311700" y="709050"/>
            <a:ext cx="3890100" cy="3725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3200"/>
              <a:t>Any questions </a:t>
            </a:r>
            <a:r>
              <a:rPr lang="en" sz="3200"/>
              <a:t>?</a:t>
            </a:r>
            <a:endParaRPr sz="3600"/>
          </a:p>
        </p:txBody>
      </p:sp>
      <p:pic>
        <p:nvPicPr>
          <p:cNvPr id="201" name="Google Shape;201;p38"/>
          <p:cNvPicPr preferRelativeResize="0"/>
          <p:nvPr/>
        </p:nvPicPr>
        <p:blipFill rotWithShape="1">
          <a:blip r:embed="rId3">
            <a:alphaModFix/>
          </a:blip>
          <a:srcRect b="0" l="0" r="37826" t="0"/>
          <a:stretch/>
        </p:blipFill>
        <p:spPr>
          <a:xfrm>
            <a:off x="4548455" y="0"/>
            <a:ext cx="459555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