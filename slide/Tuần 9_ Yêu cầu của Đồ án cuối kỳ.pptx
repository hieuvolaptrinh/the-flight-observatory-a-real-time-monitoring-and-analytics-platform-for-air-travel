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Proxima Nova"/>
      <p:regular r:id="rId18"/>
      <p:bold r:id="rId19"/>
      <p:italic r:id="rId20"/>
      <p:boldItalic r:id="rId21"/>
    </p:embeddedFont>
    <p:embeddedFont>
      <p:font typeface="Montserrat"/>
      <p:regular r:id="rId22"/>
      <p:bold r:id="rId23"/>
      <p:italic r:id="rId24"/>
      <p:boldItalic r:id="rId25"/>
    </p:embeddedFont>
    <p:embeddedFont>
      <p:font typeface="Tahoma"/>
      <p:regular r:id="rId26"/>
      <p:bold r:id="rId27"/>
    </p:embeddedFont>
    <p:embeddedFont>
      <p:font typeface="Open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italic.fntdata"/><Relationship Id="rId22" Type="http://schemas.openxmlformats.org/officeDocument/2006/relationships/font" Target="fonts/Montserrat-regular.fntdata"/><Relationship Id="rId21" Type="http://schemas.openxmlformats.org/officeDocument/2006/relationships/font" Target="fonts/ProximaNova-boldItalic.fntdata"/><Relationship Id="rId24" Type="http://schemas.openxmlformats.org/officeDocument/2006/relationships/font" Target="fonts/Montserrat-italic.fntdata"/><Relationship Id="rId23"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Tahoma-regular.fntdata"/><Relationship Id="rId25" Type="http://schemas.openxmlformats.org/officeDocument/2006/relationships/font" Target="fonts/Montserrat-boldItalic.fntdata"/><Relationship Id="rId28" Type="http://schemas.openxmlformats.org/officeDocument/2006/relationships/font" Target="fonts/OpenSans-regular.fntdata"/><Relationship Id="rId27" Type="http://schemas.openxmlformats.org/officeDocument/2006/relationships/font" Target="fonts/Tahoma-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Italic.fntdata"/><Relationship Id="rId30"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roximaNova-bold.fntdata"/><Relationship Id="rId18" Type="http://schemas.openxmlformats.org/officeDocument/2006/relationships/font" Target="fonts/ProximaNova-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742e3e7cd_1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742e3e7c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f97cc33e0f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2f97cc33e0f_3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159880483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159880483e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14f919b05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14f919b058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9451267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3a9451267d4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9451267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a9451267d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d5f4b554c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d5f4b554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17b45a0dc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317b45a0dc7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14f919b0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14f919b05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1c397fed84_13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31c397fed84_13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1c397fed84_13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1c397fed84_136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50" name="Shape 50"/>
        <p:cNvGrpSpPr/>
        <p:nvPr/>
      </p:nvGrpSpPr>
      <p:grpSpPr>
        <a:xfrm>
          <a:off x="0" y="0"/>
          <a:ext cx="0" cy="0"/>
          <a:chOff x="0" y="0"/>
          <a:chExt cx="0" cy="0"/>
        </a:xfrm>
      </p:grpSpPr>
      <p:grpSp>
        <p:nvGrpSpPr>
          <p:cNvPr id="51" name="Google Shape;51;p13"/>
          <p:cNvGrpSpPr/>
          <p:nvPr/>
        </p:nvGrpSpPr>
        <p:grpSpPr>
          <a:xfrm>
            <a:off x="550895" y="727900"/>
            <a:ext cx="8568693" cy="30197"/>
            <a:chOff x="347370" y="459206"/>
            <a:chExt cx="5403037" cy="19050"/>
          </a:xfrm>
        </p:grpSpPr>
        <p:sp>
          <p:nvSpPr>
            <p:cNvPr id="52" name="Google Shape;52;p13"/>
            <p:cNvSpPr/>
            <p:nvPr/>
          </p:nvSpPr>
          <p:spPr>
            <a:xfrm>
              <a:off x="2154059" y="459206"/>
              <a:ext cx="1798320" cy="19050"/>
            </a:xfrm>
            <a:custGeom>
              <a:rect b="b" l="l" r="r" t="t"/>
              <a:pathLst>
                <a:path extrusionOk="0" h="19050" w="1798320">
                  <a:moveTo>
                    <a:pt x="1798027" y="0"/>
                  </a:moveTo>
                  <a:lnTo>
                    <a:pt x="0" y="0"/>
                  </a:lnTo>
                  <a:lnTo>
                    <a:pt x="0" y="19024"/>
                  </a:lnTo>
                  <a:lnTo>
                    <a:pt x="1798027" y="19024"/>
                  </a:lnTo>
                  <a:lnTo>
                    <a:pt x="1798027" y="0"/>
                  </a:lnTo>
                  <a:close/>
                </a:path>
              </a:pathLst>
            </a:custGeom>
            <a:solidFill>
              <a:srgbClr val="1D31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53" name="Google Shape;53;p13"/>
            <p:cNvSpPr/>
            <p:nvPr/>
          </p:nvSpPr>
          <p:spPr>
            <a:xfrm>
              <a:off x="3952087" y="459206"/>
              <a:ext cx="1798320" cy="19050"/>
            </a:xfrm>
            <a:custGeom>
              <a:rect b="b" l="l" r="r" t="t"/>
              <a:pathLst>
                <a:path extrusionOk="0" h="19050" w="1798320">
                  <a:moveTo>
                    <a:pt x="1798040" y="0"/>
                  </a:moveTo>
                  <a:lnTo>
                    <a:pt x="0" y="0"/>
                  </a:lnTo>
                  <a:lnTo>
                    <a:pt x="0" y="19024"/>
                  </a:lnTo>
                  <a:lnTo>
                    <a:pt x="1798040" y="19024"/>
                  </a:lnTo>
                  <a:lnTo>
                    <a:pt x="1798040" y="0"/>
                  </a:lnTo>
                  <a:close/>
                </a:path>
              </a:pathLst>
            </a:custGeom>
            <a:solidFill>
              <a:srgbClr val="F172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54" name="Google Shape;54;p13"/>
            <p:cNvSpPr/>
            <p:nvPr/>
          </p:nvSpPr>
          <p:spPr>
            <a:xfrm>
              <a:off x="347370" y="459206"/>
              <a:ext cx="1807210" cy="19050"/>
            </a:xfrm>
            <a:custGeom>
              <a:rect b="b" l="l" r="r" t="t"/>
              <a:pathLst>
                <a:path extrusionOk="0" h="19050" w="1807210">
                  <a:moveTo>
                    <a:pt x="1806689" y="0"/>
                  </a:moveTo>
                  <a:lnTo>
                    <a:pt x="0" y="0"/>
                  </a:lnTo>
                  <a:lnTo>
                    <a:pt x="0" y="19024"/>
                  </a:lnTo>
                  <a:lnTo>
                    <a:pt x="1806689" y="19024"/>
                  </a:lnTo>
                  <a:lnTo>
                    <a:pt x="1806689" y="0"/>
                  </a:lnTo>
                  <a:close/>
                </a:path>
              </a:pathLst>
            </a:custGeom>
            <a:solidFill>
              <a:srgbClr val="C0C4CA">
                <a:alpha val="8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grpSp>
      <p:sp>
        <p:nvSpPr>
          <p:cNvPr id="55" name="Google Shape;55;p13"/>
          <p:cNvSpPr txBox="1"/>
          <p:nvPr>
            <p:ph idx="12" type="sldNum"/>
          </p:nvPr>
        </p:nvSpPr>
        <p:spPr>
          <a:xfrm>
            <a:off x="6642048" y="305869"/>
            <a:ext cx="2103120" cy="14636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rgbClr val="1D315F"/>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14"/>
          <p:cNvSpPr txBox="1"/>
          <p:nvPr>
            <p:ph type="title"/>
          </p:nvPr>
        </p:nvSpPr>
        <p:spPr>
          <a:xfrm>
            <a:off x="152401" y="228601"/>
            <a:ext cx="8762999" cy="457200"/>
          </a:xfrm>
          <a:prstGeom prst="rect">
            <a:avLst/>
          </a:prstGeom>
          <a:noFill/>
          <a:ln>
            <a:noFill/>
          </a:ln>
        </p:spPr>
        <p:txBody>
          <a:bodyPr anchorCtr="0" anchor="b" bIns="41900" lIns="83800" spcFirstLastPara="1" rIns="83800" wrap="square" tIns="41900">
            <a:noAutofit/>
          </a:bodyPr>
          <a:lstStyle>
            <a:lvl1pPr lvl="0" algn="ctr">
              <a:lnSpc>
                <a:spcPct val="100000"/>
              </a:lnSpc>
              <a:spcBef>
                <a:spcPts val="0"/>
              </a:spcBef>
              <a:spcAft>
                <a:spcPts val="0"/>
              </a:spcAft>
              <a:buSzPts val="1300"/>
              <a:buNone/>
              <a:defRPr sz="1300"/>
            </a:lvl1pPr>
            <a:lvl2pPr lvl="1" algn="ctr">
              <a:lnSpc>
                <a:spcPct val="100000"/>
              </a:lnSpc>
              <a:spcBef>
                <a:spcPts val="0"/>
              </a:spcBef>
              <a:spcAft>
                <a:spcPts val="0"/>
              </a:spcAft>
              <a:buSzPts val="1300"/>
              <a:buNone/>
              <a:defRPr sz="1300"/>
            </a:lvl2pPr>
            <a:lvl3pPr lvl="2" algn="ctr">
              <a:lnSpc>
                <a:spcPct val="100000"/>
              </a:lnSpc>
              <a:spcBef>
                <a:spcPts val="0"/>
              </a:spcBef>
              <a:spcAft>
                <a:spcPts val="0"/>
              </a:spcAft>
              <a:buSzPts val="1300"/>
              <a:buNone/>
              <a:defRPr sz="1300"/>
            </a:lvl3pPr>
            <a:lvl4pPr lvl="3" algn="ctr">
              <a:lnSpc>
                <a:spcPct val="100000"/>
              </a:lnSpc>
              <a:spcBef>
                <a:spcPts val="0"/>
              </a:spcBef>
              <a:spcAft>
                <a:spcPts val="0"/>
              </a:spcAft>
              <a:buSzPts val="1300"/>
              <a:buNone/>
              <a:defRPr sz="1300"/>
            </a:lvl4pPr>
            <a:lvl5pPr lvl="4" algn="ctr">
              <a:lnSpc>
                <a:spcPct val="100000"/>
              </a:lnSpc>
              <a:spcBef>
                <a:spcPts val="0"/>
              </a:spcBef>
              <a:spcAft>
                <a:spcPts val="0"/>
              </a:spcAft>
              <a:buSzPts val="1300"/>
              <a:buNone/>
              <a:defRPr sz="1300"/>
            </a:lvl5pPr>
            <a:lvl6pPr lvl="5" algn="ctr">
              <a:lnSpc>
                <a:spcPct val="100000"/>
              </a:lnSpc>
              <a:spcBef>
                <a:spcPts val="0"/>
              </a:spcBef>
              <a:spcAft>
                <a:spcPts val="0"/>
              </a:spcAft>
              <a:buSzPts val="1300"/>
              <a:buNone/>
              <a:defRPr sz="1300"/>
            </a:lvl6pPr>
            <a:lvl7pPr lvl="6" algn="ctr">
              <a:lnSpc>
                <a:spcPct val="100000"/>
              </a:lnSpc>
              <a:spcBef>
                <a:spcPts val="0"/>
              </a:spcBef>
              <a:spcAft>
                <a:spcPts val="0"/>
              </a:spcAft>
              <a:buSzPts val="1300"/>
              <a:buNone/>
              <a:defRPr sz="1300"/>
            </a:lvl7pPr>
            <a:lvl8pPr lvl="7" algn="ctr">
              <a:lnSpc>
                <a:spcPct val="100000"/>
              </a:lnSpc>
              <a:spcBef>
                <a:spcPts val="0"/>
              </a:spcBef>
              <a:spcAft>
                <a:spcPts val="0"/>
              </a:spcAft>
              <a:buSzPts val="1300"/>
              <a:buNone/>
              <a:defRPr sz="1300"/>
            </a:lvl8pPr>
            <a:lvl9pPr lvl="8" algn="ctr">
              <a:lnSpc>
                <a:spcPct val="100000"/>
              </a:lnSpc>
              <a:spcBef>
                <a:spcPts val="0"/>
              </a:spcBef>
              <a:spcAft>
                <a:spcPts val="0"/>
              </a:spcAft>
              <a:buSzPts val="1300"/>
              <a:buNone/>
              <a:defRPr sz="1300"/>
            </a:lvl9pPr>
          </a:lstStyle>
          <a:p/>
        </p:txBody>
      </p:sp>
      <p:sp>
        <p:nvSpPr>
          <p:cNvPr id="58" name="Google Shape;58;p14"/>
          <p:cNvSpPr txBox="1"/>
          <p:nvPr>
            <p:ph idx="1" type="body"/>
          </p:nvPr>
        </p:nvSpPr>
        <p:spPr>
          <a:xfrm>
            <a:off x="304799" y="971550"/>
            <a:ext cx="4114800" cy="3886199"/>
          </a:xfrm>
          <a:prstGeom prst="rect">
            <a:avLst/>
          </a:prstGeom>
          <a:noFill/>
          <a:ln>
            <a:noFill/>
          </a:ln>
        </p:spPr>
        <p:txBody>
          <a:bodyPr anchorCtr="0" anchor="t" bIns="41900" lIns="83800" spcFirstLastPara="1" rIns="83800" wrap="square" tIns="41900">
            <a:noAutofit/>
          </a:bodyPr>
          <a:lstStyle>
            <a:lvl1pPr indent="-330200" lvl="0" marL="457200" marR="0" rtl="0" algn="l">
              <a:lnSpc>
                <a:spcPct val="100000"/>
              </a:lnSpc>
              <a:spcBef>
                <a:spcPts val="500"/>
              </a:spcBef>
              <a:spcAft>
                <a:spcPts val="0"/>
              </a:spcAft>
              <a:buClr>
                <a:srgbClr val="000000"/>
              </a:buClr>
              <a:buSzPts val="1600"/>
              <a:buFont typeface="Arial"/>
              <a:buChar char="●"/>
              <a:defRPr b="0" i="0" sz="2500" u="none" cap="none" strike="noStrike">
                <a:solidFill>
                  <a:srgbClr val="000000"/>
                </a:solidFill>
                <a:latin typeface="Arial"/>
                <a:ea typeface="Arial"/>
                <a:cs typeface="Arial"/>
                <a:sym typeface="Arial"/>
              </a:defRPr>
            </a:lvl1pPr>
            <a:lvl2pPr indent="-311150" lvl="1" marL="914400" marR="0" rtl="0" algn="l">
              <a:lnSpc>
                <a:spcPct val="100000"/>
              </a:lnSpc>
              <a:spcBef>
                <a:spcPts val="500"/>
              </a:spcBef>
              <a:spcAft>
                <a:spcPts val="0"/>
              </a:spcAft>
              <a:buClr>
                <a:srgbClr val="000000"/>
              </a:buClr>
              <a:buSzPts val="1300"/>
              <a:buFont typeface="Arial"/>
              <a:buChar char="○"/>
              <a:defRPr b="0" i="0" sz="2200" u="none" cap="none" strike="noStrike">
                <a:solidFill>
                  <a:srgbClr val="000000"/>
                </a:solidFill>
                <a:latin typeface="Arial"/>
                <a:ea typeface="Arial"/>
                <a:cs typeface="Arial"/>
                <a:sym typeface="Arial"/>
              </a:defRPr>
            </a:lvl2pPr>
            <a:lvl3pPr indent="-292100" lvl="2" marL="1371600" marR="0" rtl="0" algn="l">
              <a:lnSpc>
                <a:spcPct val="100000"/>
              </a:lnSpc>
              <a:spcBef>
                <a:spcPts val="300"/>
              </a:spcBef>
              <a:spcAft>
                <a:spcPts val="0"/>
              </a:spcAft>
              <a:buClr>
                <a:srgbClr val="000000"/>
              </a:buClr>
              <a:buSzPts val="1000"/>
              <a:buFont typeface="Arial"/>
              <a:buChar char="■"/>
              <a:defRPr b="0" i="0" sz="19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6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9pPr>
          </a:lstStyle>
          <a:p/>
        </p:txBody>
      </p:sp>
      <p:sp>
        <p:nvSpPr>
          <p:cNvPr id="59" name="Google Shape;59;p14"/>
          <p:cNvSpPr txBox="1"/>
          <p:nvPr>
            <p:ph idx="2" type="body"/>
          </p:nvPr>
        </p:nvSpPr>
        <p:spPr>
          <a:xfrm>
            <a:off x="4572000" y="971550"/>
            <a:ext cx="4114800" cy="3886199"/>
          </a:xfrm>
          <a:prstGeom prst="rect">
            <a:avLst/>
          </a:prstGeom>
          <a:noFill/>
          <a:ln>
            <a:noFill/>
          </a:ln>
        </p:spPr>
        <p:txBody>
          <a:bodyPr anchorCtr="0" anchor="t" bIns="41900" lIns="83800" spcFirstLastPara="1" rIns="83800" wrap="square" tIns="41900">
            <a:noAutofit/>
          </a:bodyPr>
          <a:lstStyle>
            <a:lvl1pPr indent="-330200" lvl="0" marL="457200" marR="0" rtl="0" algn="l">
              <a:lnSpc>
                <a:spcPct val="100000"/>
              </a:lnSpc>
              <a:spcBef>
                <a:spcPts val="500"/>
              </a:spcBef>
              <a:spcAft>
                <a:spcPts val="0"/>
              </a:spcAft>
              <a:buClr>
                <a:srgbClr val="000000"/>
              </a:buClr>
              <a:buSzPts val="1600"/>
              <a:buFont typeface="Arial"/>
              <a:buChar char="●"/>
              <a:defRPr b="0" i="0" sz="2500" u="none" cap="none" strike="noStrike">
                <a:solidFill>
                  <a:srgbClr val="000000"/>
                </a:solidFill>
                <a:latin typeface="Arial"/>
                <a:ea typeface="Arial"/>
                <a:cs typeface="Arial"/>
                <a:sym typeface="Arial"/>
              </a:defRPr>
            </a:lvl1pPr>
            <a:lvl2pPr indent="-311150" lvl="1" marL="914400" marR="0" rtl="0" algn="l">
              <a:lnSpc>
                <a:spcPct val="100000"/>
              </a:lnSpc>
              <a:spcBef>
                <a:spcPts val="500"/>
              </a:spcBef>
              <a:spcAft>
                <a:spcPts val="0"/>
              </a:spcAft>
              <a:buClr>
                <a:srgbClr val="000000"/>
              </a:buClr>
              <a:buSzPts val="1300"/>
              <a:buFont typeface="Arial"/>
              <a:buChar char="○"/>
              <a:defRPr b="0" i="0" sz="2200" u="none" cap="none" strike="noStrike">
                <a:solidFill>
                  <a:srgbClr val="000000"/>
                </a:solidFill>
                <a:latin typeface="Arial"/>
                <a:ea typeface="Arial"/>
                <a:cs typeface="Arial"/>
                <a:sym typeface="Arial"/>
              </a:defRPr>
            </a:lvl2pPr>
            <a:lvl3pPr indent="-292100" lvl="2" marL="1371600" marR="0" rtl="0" algn="l">
              <a:lnSpc>
                <a:spcPct val="100000"/>
              </a:lnSpc>
              <a:spcBef>
                <a:spcPts val="300"/>
              </a:spcBef>
              <a:spcAft>
                <a:spcPts val="0"/>
              </a:spcAft>
              <a:buClr>
                <a:srgbClr val="000000"/>
              </a:buClr>
              <a:buSzPts val="1000"/>
              <a:buFont typeface="Arial"/>
              <a:buChar char="■"/>
              <a:defRPr b="0" i="0" sz="19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6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600" u="none" cap="none" strike="noStrike">
                <a:solidFill>
                  <a:srgbClr val="000000"/>
                </a:solidFill>
                <a:latin typeface="Arial"/>
                <a:ea typeface="Arial"/>
                <a:cs typeface="Arial"/>
                <a:sym typeface="Arial"/>
              </a:defRPr>
            </a:lvl9pPr>
          </a:lstStyle>
          <a:p/>
        </p:txBody>
      </p:sp>
      <p:sp>
        <p:nvSpPr>
          <p:cNvPr id="60" name="Google Shape;60;p14"/>
          <p:cNvSpPr txBox="1"/>
          <p:nvPr>
            <p:ph idx="10" type="dt"/>
          </p:nvPr>
        </p:nvSpPr>
        <p:spPr>
          <a:xfrm>
            <a:off x="152401" y="4857751"/>
            <a:ext cx="1904999" cy="285749"/>
          </a:xfrm>
          <a:prstGeom prst="rect">
            <a:avLst/>
          </a:prstGeom>
          <a:noFill/>
          <a:ln>
            <a:noFill/>
          </a:ln>
        </p:spPr>
        <p:txBody>
          <a:bodyPr anchorCtr="0" anchor="b" bIns="41900" lIns="83800" spcFirstLastPara="1" rIns="83800" wrap="square" tIns="41900">
            <a:noAutofit/>
          </a:bodyPr>
          <a:lstStyle>
            <a:lvl1pPr lvl="0" marR="0" rtl="0" algn="l">
              <a:lnSpc>
                <a:spcPct val="100000"/>
              </a:lnSpc>
              <a:spcBef>
                <a:spcPts val="0"/>
              </a:spcBef>
              <a:spcAft>
                <a:spcPts val="0"/>
              </a:spcAft>
              <a:buClr>
                <a:srgbClr val="000000"/>
              </a:buClr>
              <a:buSzPts val="13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p:txBody>
      </p:sp>
      <p:sp>
        <p:nvSpPr>
          <p:cNvPr id="61" name="Google Shape;61;p14"/>
          <p:cNvSpPr txBox="1"/>
          <p:nvPr>
            <p:ph idx="11" type="ftr"/>
          </p:nvPr>
        </p:nvSpPr>
        <p:spPr>
          <a:xfrm>
            <a:off x="3124201" y="4857751"/>
            <a:ext cx="2895601" cy="285749"/>
          </a:xfrm>
          <a:prstGeom prst="rect">
            <a:avLst/>
          </a:prstGeom>
          <a:noFill/>
          <a:ln>
            <a:noFill/>
          </a:ln>
        </p:spPr>
        <p:txBody>
          <a:bodyPr anchorCtr="0" anchor="b" bIns="41900" lIns="83800" spcFirstLastPara="1" rIns="83800" wrap="square" tIns="41900">
            <a:noAutofit/>
          </a:bodyPr>
          <a:lstStyle>
            <a:lvl1pPr lvl="0" marR="0" rtl="0" algn="ctr">
              <a:lnSpc>
                <a:spcPct val="100000"/>
              </a:lnSpc>
              <a:spcBef>
                <a:spcPts val="0"/>
              </a:spcBef>
              <a:spcAft>
                <a:spcPts val="0"/>
              </a:spcAft>
              <a:buClr>
                <a:srgbClr val="000000"/>
              </a:buClr>
              <a:buSzPts val="13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p:txBody>
      </p:sp>
      <p:sp>
        <p:nvSpPr>
          <p:cNvPr id="62" name="Google Shape;62;p14"/>
          <p:cNvSpPr txBox="1"/>
          <p:nvPr>
            <p:ph idx="12" type="sldNum"/>
          </p:nvPr>
        </p:nvSpPr>
        <p:spPr>
          <a:xfrm>
            <a:off x="7239001" y="4857751"/>
            <a:ext cx="1904999" cy="285749"/>
          </a:xfrm>
          <a:prstGeom prst="rect">
            <a:avLst/>
          </a:prstGeom>
          <a:noFill/>
          <a:ln>
            <a:noFill/>
          </a:ln>
        </p:spPr>
        <p:txBody>
          <a:bodyPr anchorCtr="0" anchor="b" bIns="41900" lIns="83800" spcFirstLastPara="1" rIns="83800" wrap="square" tIns="41900">
            <a:noAutofit/>
          </a:bodyPr>
          <a:lstStyle>
            <a:lvl1pPr indent="0" lvl="0"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
              <a:t>‹#›</a:t>
            </a:fld>
            <a:endParaRPr b="1" sz="1300">
              <a:solidFill>
                <a:srgbClr val="1D315F"/>
              </a:solidFill>
              <a:latin typeface="Open Sans"/>
              <a:ea typeface="Open Sans"/>
              <a:cs typeface="Open Sans"/>
              <a:sym typeface="Open Sans"/>
            </a:endParaRPr>
          </a:p>
        </p:txBody>
      </p:sp>
    </p:spTree>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OBJECT_1">
    <p:spTree>
      <p:nvGrpSpPr>
        <p:cNvPr id="63" name="Shape 63"/>
        <p:cNvGrpSpPr/>
        <p:nvPr/>
      </p:nvGrpSpPr>
      <p:grpSpPr>
        <a:xfrm>
          <a:off x="0" y="0"/>
          <a:ext cx="0" cy="0"/>
          <a:chOff x="0" y="0"/>
          <a:chExt cx="0" cy="0"/>
        </a:xfrm>
      </p:grpSpPr>
      <p:sp>
        <p:nvSpPr>
          <p:cNvPr id="64" name="Google Shape;64;p15"/>
          <p:cNvSpPr txBox="1"/>
          <p:nvPr>
            <p:ph type="title"/>
          </p:nvPr>
        </p:nvSpPr>
        <p:spPr>
          <a:xfrm>
            <a:off x="152401" y="228601"/>
            <a:ext cx="8762999" cy="457200"/>
          </a:xfrm>
          <a:prstGeom prst="rect">
            <a:avLst/>
          </a:prstGeom>
          <a:noFill/>
          <a:ln>
            <a:noFill/>
          </a:ln>
        </p:spPr>
        <p:txBody>
          <a:bodyPr anchorCtr="0" anchor="b" bIns="41900" lIns="83800" spcFirstLastPara="1" rIns="83800" wrap="square" tIns="41900">
            <a:noAutofit/>
          </a:bodyPr>
          <a:lstStyle>
            <a:lvl1pPr lvl="0" algn="ctr">
              <a:lnSpc>
                <a:spcPct val="100000"/>
              </a:lnSpc>
              <a:spcBef>
                <a:spcPts val="0"/>
              </a:spcBef>
              <a:spcAft>
                <a:spcPts val="0"/>
              </a:spcAft>
              <a:buSzPts val="1300"/>
              <a:buNone/>
              <a:defRPr sz="1300"/>
            </a:lvl1pPr>
            <a:lvl2pPr lvl="1" algn="ctr">
              <a:lnSpc>
                <a:spcPct val="100000"/>
              </a:lnSpc>
              <a:spcBef>
                <a:spcPts val="0"/>
              </a:spcBef>
              <a:spcAft>
                <a:spcPts val="0"/>
              </a:spcAft>
              <a:buSzPts val="1300"/>
              <a:buNone/>
              <a:defRPr sz="1300"/>
            </a:lvl2pPr>
            <a:lvl3pPr lvl="2" algn="ctr">
              <a:lnSpc>
                <a:spcPct val="100000"/>
              </a:lnSpc>
              <a:spcBef>
                <a:spcPts val="0"/>
              </a:spcBef>
              <a:spcAft>
                <a:spcPts val="0"/>
              </a:spcAft>
              <a:buSzPts val="1300"/>
              <a:buNone/>
              <a:defRPr sz="1300"/>
            </a:lvl3pPr>
            <a:lvl4pPr lvl="3" algn="ctr">
              <a:lnSpc>
                <a:spcPct val="100000"/>
              </a:lnSpc>
              <a:spcBef>
                <a:spcPts val="0"/>
              </a:spcBef>
              <a:spcAft>
                <a:spcPts val="0"/>
              </a:spcAft>
              <a:buSzPts val="1300"/>
              <a:buNone/>
              <a:defRPr sz="1300"/>
            </a:lvl4pPr>
            <a:lvl5pPr lvl="4" algn="ctr">
              <a:lnSpc>
                <a:spcPct val="100000"/>
              </a:lnSpc>
              <a:spcBef>
                <a:spcPts val="0"/>
              </a:spcBef>
              <a:spcAft>
                <a:spcPts val="0"/>
              </a:spcAft>
              <a:buSzPts val="1300"/>
              <a:buNone/>
              <a:defRPr sz="1300"/>
            </a:lvl5pPr>
            <a:lvl6pPr lvl="5" algn="ctr">
              <a:lnSpc>
                <a:spcPct val="100000"/>
              </a:lnSpc>
              <a:spcBef>
                <a:spcPts val="0"/>
              </a:spcBef>
              <a:spcAft>
                <a:spcPts val="0"/>
              </a:spcAft>
              <a:buSzPts val="1300"/>
              <a:buNone/>
              <a:defRPr sz="1300"/>
            </a:lvl6pPr>
            <a:lvl7pPr lvl="6" algn="ctr">
              <a:lnSpc>
                <a:spcPct val="100000"/>
              </a:lnSpc>
              <a:spcBef>
                <a:spcPts val="0"/>
              </a:spcBef>
              <a:spcAft>
                <a:spcPts val="0"/>
              </a:spcAft>
              <a:buSzPts val="1300"/>
              <a:buNone/>
              <a:defRPr sz="1300"/>
            </a:lvl7pPr>
            <a:lvl8pPr lvl="7" algn="ctr">
              <a:lnSpc>
                <a:spcPct val="100000"/>
              </a:lnSpc>
              <a:spcBef>
                <a:spcPts val="0"/>
              </a:spcBef>
              <a:spcAft>
                <a:spcPts val="0"/>
              </a:spcAft>
              <a:buSzPts val="1300"/>
              <a:buNone/>
              <a:defRPr sz="1300"/>
            </a:lvl8pPr>
            <a:lvl9pPr lvl="8" algn="ctr">
              <a:lnSpc>
                <a:spcPct val="100000"/>
              </a:lnSpc>
              <a:spcBef>
                <a:spcPts val="0"/>
              </a:spcBef>
              <a:spcAft>
                <a:spcPts val="0"/>
              </a:spcAft>
              <a:buSzPts val="1300"/>
              <a:buNone/>
              <a:defRPr sz="1300"/>
            </a:lvl9pPr>
          </a:lstStyle>
          <a:p/>
        </p:txBody>
      </p:sp>
      <p:sp>
        <p:nvSpPr>
          <p:cNvPr id="65" name="Google Shape;65;p15"/>
          <p:cNvSpPr txBox="1"/>
          <p:nvPr>
            <p:ph idx="1" type="body"/>
          </p:nvPr>
        </p:nvSpPr>
        <p:spPr>
          <a:xfrm>
            <a:off x="304799" y="971550"/>
            <a:ext cx="8382001" cy="3886199"/>
          </a:xfrm>
          <a:prstGeom prst="rect">
            <a:avLst/>
          </a:prstGeom>
          <a:noFill/>
          <a:ln>
            <a:noFill/>
          </a:ln>
        </p:spPr>
        <p:txBody>
          <a:bodyPr anchorCtr="0" anchor="t" bIns="41900" lIns="83800" spcFirstLastPara="1" rIns="83800" wrap="square" tIns="41900">
            <a:noAutofit/>
          </a:bodyPr>
          <a:lstStyle>
            <a:lvl1pPr indent="-292100" lvl="0" marL="4572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1pPr>
            <a:lvl2pPr indent="-292100" lvl="1" marL="9144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2pPr>
            <a:lvl3pPr indent="-279400" lvl="2" marL="1371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9pPr>
          </a:lstStyle>
          <a:p/>
        </p:txBody>
      </p:sp>
      <p:sp>
        <p:nvSpPr>
          <p:cNvPr id="66" name="Google Shape;66;p15"/>
          <p:cNvSpPr txBox="1"/>
          <p:nvPr>
            <p:ph idx="12" type="sldNum"/>
          </p:nvPr>
        </p:nvSpPr>
        <p:spPr>
          <a:xfrm>
            <a:off x="7239001" y="4857751"/>
            <a:ext cx="1904999" cy="285749"/>
          </a:xfrm>
          <a:prstGeom prst="rect">
            <a:avLst/>
          </a:prstGeom>
          <a:noFill/>
          <a:ln>
            <a:noFill/>
          </a:ln>
        </p:spPr>
        <p:txBody>
          <a:bodyPr anchorCtr="0" anchor="b" bIns="41900" lIns="83800" spcFirstLastPara="1" rIns="83800" wrap="square" tIns="41900">
            <a:noAutofit/>
          </a:bodyPr>
          <a:lstStyle>
            <a:lvl1pPr indent="0" lvl="0"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
              <a:t>‹#›</a:t>
            </a:fld>
            <a:endParaRPr b="1" sz="1300">
              <a:solidFill>
                <a:srgbClr val="1D315F"/>
              </a:solidFill>
              <a:latin typeface="Open Sans"/>
              <a:ea typeface="Open Sans"/>
              <a:cs typeface="Open Sans"/>
              <a:sym typeface="Open Sans"/>
            </a:endParaRPr>
          </a:p>
        </p:txBody>
      </p:sp>
    </p:spTree>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67" name="Shape 67"/>
        <p:cNvGrpSpPr/>
        <p:nvPr/>
      </p:nvGrpSpPr>
      <p:grpSpPr>
        <a:xfrm>
          <a:off x="0" y="0"/>
          <a:ext cx="0" cy="0"/>
          <a:chOff x="0" y="0"/>
          <a:chExt cx="0" cy="0"/>
        </a:xfrm>
      </p:grpSpPr>
      <p:sp>
        <p:nvSpPr>
          <p:cNvPr id="68" name="Google Shape;68;p16"/>
          <p:cNvSpPr txBox="1"/>
          <p:nvPr>
            <p:ph type="title"/>
          </p:nvPr>
        </p:nvSpPr>
        <p:spPr>
          <a:xfrm>
            <a:off x="152401" y="228601"/>
            <a:ext cx="8762999" cy="457200"/>
          </a:xfrm>
          <a:prstGeom prst="rect">
            <a:avLst/>
          </a:prstGeom>
          <a:noFill/>
          <a:ln>
            <a:noFill/>
          </a:ln>
        </p:spPr>
        <p:txBody>
          <a:bodyPr anchorCtr="0" anchor="b" bIns="41900" lIns="83800" spcFirstLastPara="1" rIns="83800" wrap="square" tIns="41900">
            <a:noAutofit/>
          </a:bodyPr>
          <a:lstStyle>
            <a:lvl1pPr lvl="0" algn="ctr">
              <a:lnSpc>
                <a:spcPct val="100000"/>
              </a:lnSpc>
              <a:spcBef>
                <a:spcPts val="0"/>
              </a:spcBef>
              <a:spcAft>
                <a:spcPts val="0"/>
              </a:spcAft>
              <a:buSzPts val="1300"/>
              <a:buNone/>
              <a:defRPr sz="1300"/>
            </a:lvl1pPr>
            <a:lvl2pPr lvl="1" algn="ctr">
              <a:lnSpc>
                <a:spcPct val="100000"/>
              </a:lnSpc>
              <a:spcBef>
                <a:spcPts val="0"/>
              </a:spcBef>
              <a:spcAft>
                <a:spcPts val="0"/>
              </a:spcAft>
              <a:buSzPts val="1300"/>
              <a:buNone/>
              <a:defRPr sz="1300"/>
            </a:lvl2pPr>
            <a:lvl3pPr lvl="2" algn="ctr">
              <a:lnSpc>
                <a:spcPct val="100000"/>
              </a:lnSpc>
              <a:spcBef>
                <a:spcPts val="0"/>
              </a:spcBef>
              <a:spcAft>
                <a:spcPts val="0"/>
              </a:spcAft>
              <a:buSzPts val="1300"/>
              <a:buNone/>
              <a:defRPr sz="1300"/>
            </a:lvl3pPr>
            <a:lvl4pPr lvl="3" algn="ctr">
              <a:lnSpc>
                <a:spcPct val="100000"/>
              </a:lnSpc>
              <a:spcBef>
                <a:spcPts val="0"/>
              </a:spcBef>
              <a:spcAft>
                <a:spcPts val="0"/>
              </a:spcAft>
              <a:buSzPts val="1300"/>
              <a:buNone/>
              <a:defRPr sz="1300"/>
            </a:lvl4pPr>
            <a:lvl5pPr lvl="4" algn="ctr">
              <a:lnSpc>
                <a:spcPct val="100000"/>
              </a:lnSpc>
              <a:spcBef>
                <a:spcPts val="0"/>
              </a:spcBef>
              <a:spcAft>
                <a:spcPts val="0"/>
              </a:spcAft>
              <a:buSzPts val="1300"/>
              <a:buNone/>
              <a:defRPr sz="1300"/>
            </a:lvl5pPr>
            <a:lvl6pPr lvl="5" algn="ctr">
              <a:lnSpc>
                <a:spcPct val="100000"/>
              </a:lnSpc>
              <a:spcBef>
                <a:spcPts val="0"/>
              </a:spcBef>
              <a:spcAft>
                <a:spcPts val="0"/>
              </a:spcAft>
              <a:buSzPts val="1300"/>
              <a:buNone/>
              <a:defRPr sz="1300"/>
            </a:lvl6pPr>
            <a:lvl7pPr lvl="6" algn="ctr">
              <a:lnSpc>
                <a:spcPct val="100000"/>
              </a:lnSpc>
              <a:spcBef>
                <a:spcPts val="0"/>
              </a:spcBef>
              <a:spcAft>
                <a:spcPts val="0"/>
              </a:spcAft>
              <a:buSzPts val="1300"/>
              <a:buNone/>
              <a:defRPr sz="1300"/>
            </a:lvl7pPr>
            <a:lvl8pPr lvl="7" algn="ctr">
              <a:lnSpc>
                <a:spcPct val="100000"/>
              </a:lnSpc>
              <a:spcBef>
                <a:spcPts val="0"/>
              </a:spcBef>
              <a:spcAft>
                <a:spcPts val="0"/>
              </a:spcAft>
              <a:buSzPts val="1300"/>
              <a:buNone/>
              <a:defRPr sz="1300"/>
            </a:lvl8pPr>
            <a:lvl9pPr lvl="8" algn="ctr">
              <a:lnSpc>
                <a:spcPct val="100000"/>
              </a:lnSpc>
              <a:spcBef>
                <a:spcPts val="0"/>
              </a:spcBef>
              <a:spcAft>
                <a:spcPts val="0"/>
              </a:spcAft>
              <a:buSzPts val="1300"/>
              <a:buNone/>
              <a:defRPr sz="1300"/>
            </a:lvl9pPr>
          </a:lstStyle>
          <a:p/>
        </p:txBody>
      </p:sp>
      <p:sp>
        <p:nvSpPr>
          <p:cNvPr id="69" name="Google Shape;69;p16"/>
          <p:cNvSpPr txBox="1"/>
          <p:nvPr>
            <p:ph idx="1" type="body"/>
          </p:nvPr>
        </p:nvSpPr>
        <p:spPr>
          <a:xfrm>
            <a:off x="304799" y="971550"/>
            <a:ext cx="4114800" cy="3886199"/>
          </a:xfrm>
          <a:prstGeom prst="rect">
            <a:avLst/>
          </a:prstGeom>
          <a:noFill/>
          <a:ln>
            <a:noFill/>
          </a:ln>
        </p:spPr>
        <p:txBody>
          <a:bodyPr anchorCtr="0" anchor="t" bIns="41900" lIns="83800" spcFirstLastPara="1" rIns="83800" wrap="square" tIns="41900">
            <a:noAutofit/>
          </a:bodyPr>
          <a:lstStyle>
            <a:lvl1pPr indent="-292100" lvl="0" marL="4572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1pPr>
            <a:lvl2pPr indent="-292100" lvl="1" marL="9144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2pPr>
            <a:lvl3pPr indent="-279400" lvl="2" marL="1371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9pPr>
          </a:lstStyle>
          <a:p/>
        </p:txBody>
      </p:sp>
      <p:sp>
        <p:nvSpPr>
          <p:cNvPr id="70" name="Google Shape;70;p16"/>
          <p:cNvSpPr txBox="1"/>
          <p:nvPr>
            <p:ph idx="2" type="body"/>
          </p:nvPr>
        </p:nvSpPr>
        <p:spPr>
          <a:xfrm>
            <a:off x="4572000" y="971550"/>
            <a:ext cx="4114800" cy="1885949"/>
          </a:xfrm>
          <a:prstGeom prst="rect">
            <a:avLst/>
          </a:prstGeom>
          <a:noFill/>
          <a:ln>
            <a:noFill/>
          </a:ln>
        </p:spPr>
        <p:txBody>
          <a:bodyPr anchorCtr="0" anchor="t" bIns="41900" lIns="83800" spcFirstLastPara="1" rIns="83800" wrap="square" tIns="41900">
            <a:noAutofit/>
          </a:bodyPr>
          <a:lstStyle>
            <a:lvl1pPr indent="-292100" lvl="0" marL="4572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1pPr>
            <a:lvl2pPr indent="-292100" lvl="1" marL="9144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2pPr>
            <a:lvl3pPr indent="-279400" lvl="2" marL="1371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9pPr>
          </a:lstStyle>
          <a:p/>
        </p:txBody>
      </p:sp>
      <p:sp>
        <p:nvSpPr>
          <p:cNvPr id="71" name="Google Shape;71;p16"/>
          <p:cNvSpPr txBox="1"/>
          <p:nvPr>
            <p:ph idx="3" type="body"/>
          </p:nvPr>
        </p:nvSpPr>
        <p:spPr>
          <a:xfrm>
            <a:off x="4572000" y="2971800"/>
            <a:ext cx="4114800" cy="1885949"/>
          </a:xfrm>
          <a:prstGeom prst="rect">
            <a:avLst/>
          </a:prstGeom>
          <a:noFill/>
          <a:ln>
            <a:noFill/>
          </a:ln>
        </p:spPr>
        <p:txBody>
          <a:bodyPr anchorCtr="0" anchor="t" bIns="41900" lIns="83800" spcFirstLastPara="1" rIns="83800" wrap="square" tIns="41900">
            <a:noAutofit/>
          </a:bodyPr>
          <a:lstStyle>
            <a:lvl1pPr indent="-292100" lvl="0" marL="4572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1pPr>
            <a:lvl2pPr indent="-292100" lvl="1" marL="9144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2pPr>
            <a:lvl3pPr indent="-279400" lvl="2" marL="1371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3pPr>
            <a:lvl4pPr indent="-292100" lvl="3" marL="1828800" marR="0" rtl="0" algn="l">
              <a:lnSpc>
                <a:spcPct val="100000"/>
              </a:lnSpc>
              <a:spcBef>
                <a:spcPts val="300"/>
              </a:spcBef>
              <a:spcAft>
                <a:spcPts val="0"/>
              </a:spcAft>
              <a:buClr>
                <a:srgbClr val="000000"/>
              </a:buClr>
              <a:buSzPts val="1000"/>
              <a:buFont typeface="Arial"/>
              <a:buChar char="●"/>
              <a:defRPr b="0" i="0" sz="1300" u="none" cap="none" strike="noStrike">
                <a:solidFill>
                  <a:srgbClr val="000000"/>
                </a:solidFill>
                <a:latin typeface="Arial"/>
                <a:ea typeface="Arial"/>
                <a:cs typeface="Arial"/>
                <a:sym typeface="Arial"/>
              </a:defRPr>
            </a:lvl4pPr>
            <a:lvl5pPr indent="-279400" lvl="4" marL="22860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5pPr>
            <a:lvl6pPr indent="-279400" lvl="5" marL="27432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6pPr>
            <a:lvl7pPr indent="-279400" lvl="6" marL="32004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7pPr>
            <a:lvl8pPr indent="-279400" lvl="7" marL="36576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8pPr>
            <a:lvl9pPr indent="-279400" lvl="8" marL="4114800" marR="0" rtl="0" algn="l">
              <a:lnSpc>
                <a:spcPct val="100000"/>
              </a:lnSpc>
              <a:spcBef>
                <a:spcPts val="300"/>
              </a:spcBef>
              <a:spcAft>
                <a:spcPts val="0"/>
              </a:spcAft>
              <a:buClr>
                <a:srgbClr val="000000"/>
              </a:buClr>
              <a:buSzPts val="800"/>
              <a:buFont typeface="Arial"/>
              <a:buChar char="■"/>
              <a:defRPr b="0" i="0" sz="1300" u="none" cap="none" strike="noStrike">
                <a:solidFill>
                  <a:srgbClr val="000000"/>
                </a:solidFill>
                <a:latin typeface="Arial"/>
                <a:ea typeface="Arial"/>
                <a:cs typeface="Arial"/>
                <a:sym typeface="Arial"/>
              </a:defRPr>
            </a:lvl9pPr>
          </a:lstStyle>
          <a:p/>
        </p:txBody>
      </p:sp>
      <p:sp>
        <p:nvSpPr>
          <p:cNvPr id="72" name="Google Shape;72;p16"/>
          <p:cNvSpPr txBox="1"/>
          <p:nvPr>
            <p:ph idx="10" type="dt"/>
          </p:nvPr>
        </p:nvSpPr>
        <p:spPr>
          <a:xfrm>
            <a:off x="152401" y="4857751"/>
            <a:ext cx="1904999" cy="285749"/>
          </a:xfrm>
          <a:prstGeom prst="rect">
            <a:avLst/>
          </a:prstGeom>
          <a:noFill/>
          <a:ln>
            <a:noFill/>
          </a:ln>
        </p:spPr>
        <p:txBody>
          <a:bodyPr anchorCtr="0" anchor="b" bIns="41900" lIns="83800" spcFirstLastPara="1" rIns="83800" wrap="square" tIns="41900">
            <a:noAutofit/>
          </a:bodyPr>
          <a:lstStyle>
            <a:lvl1pPr lvl="0" marR="0" rtl="0" algn="l">
              <a:lnSpc>
                <a:spcPct val="100000"/>
              </a:lnSpc>
              <a:spcBef>
                <a:spcPts val="0"/>
              </a:spcBef>
              <a:spcAft>
                <a:spcPts val="0"/>
              </a:spcAft>
              <a:buClr>
                <a:srgbClr val="000000"/>
              </a:buClr>
              <a:buSzPts val="13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p:txBody>
      </p:sp>
      <p:sp>
        <p:nvSpPr>
          <p:cNvPr id="73" name="Google Shape;73;p16"/>
          <p:cNvSpPr txBox="1"/>
          <p:nvPr>
            <p:ph idx="11" type="ftr"/>
          </p:nvPr>
        </p:nvSpPr>
        <p:spPr>
          <a:xfrm>
            <a:off x="3124201" y="4857751"/>
            <a:ext cx="2895601" cy="285749"/>
          </a:xfrm>
          <a:prstGeom prst="rect">
            <a:avLst/>
          </a:prstGeom>
          <a:noFill/>
          <a:ln>
            <a:noFill/>
          </a:ln>
        </p:spPr>
        <p:txBody>
          <a:bodyPr anchorCtr="0" anchor="b" bIns="41900" lIns="83800" spcFirstLastPara="1" rIns="83800" wrap="square" tIns="41900">
            <a:noAutofit/>
          </a:bodyPr>
          <a:lstStyle>
            <a:lvl1pPr lvl="0" marR="0" rtl="0" algn="ctr">
              <a:lnSpc>
                <a:spcPct val="100000"/>
              </a:lnSpc>
              <a:spcBef>
                <a:spcPts val="0"/>
              </a:spcBef>
              <a:spcAft>
                <a:spcPts val="0"/>
              </a:spcAft>
              <a:buClr>
                <a:srgbClr val="000000"/>
              </a:buClr>
              <a:buSzPts val="13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9pPr>
          </a:lstStyle>
          <a:p/>
        </p:txBody>
      </p:sp>
      <p:sp>
        <p:nvSpPr>
          <p:cNvPr id="74" name="Google Shape;74;p16"/>
          <p:cNvSpPr txBox="1"/>
          <p:nvPr>
            <p:ph idx="12" type="sldNum"/>
          </p:nvPr>
        </p:nvSpPr>
        <p:spPr>
          <a:xfrm>
            <a:off x="7239001" y="4857751"/>
            <a:ext cx="1904999" cy="285749"/>
          </a:xfrm>
          <a:prstGeom prst="rect">
            <a:avLst/>
          </a:prstGeom>
          <a:noFill/>
          <a:ln>
            <a:noFill/>
          </a:ln>
        </p:spPr>
        <p:txBody>
          <a:bodyPr anchorCtr="0" anchor="b" bIns="41900" lIns="83800" spcFirstLastPara="1" rIns="83800" wrap="square" tIns="41900">
            <a:noAutofit/>
          </a:bodyPr>
          <a:lstStyle>
            <a:lvl1pPr indent="0" lvl="0"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100"/>
              <a:buFont typeface="Tahoma"/>
              <a:buNone/>
              <a:defRPr b="0" i="0" sz="11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
              <a:t>‹#›</a:t>
            </a:fld>
            <a:endParaRPr b="1" sz="1300">
              <a:solidFill>
                <a:srgbClr val="1D315F"/>
              </a:solidFill>
              <a:latin typeface="Open Sans"/>
              <a:ea typeface="Open Sans"/>
              <a:cs typeface="Open Sans"/>
              <a:sym typeface="Open Sans"/>
            </a:endParaRPr>
          </a:p>
        </p:txBody>
      </p:sp>
    </p:spTree>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5" name="Shape 75"/>
        <p:cNvGrpSpPr/>
        <p:nvPr/>
      </p:nvGrpSpPr>
      <p:grpSpPr>
        <a:xfrm>
          <a:off x="0" y="0"/>
          <a:ext cx="0" cy="0"/>
          <a:chOff x="0" y="0"/>
          <a:chExt cx="0" cy="0"/>
        </a:xfrm>
      </p:grpSpPr>
      <p:sp>
        <p:nvSpPr>
          <p:cNvPr id="76" name="Google Shape;76;p17"/>
          <p:cNvSpPr/>
          <p:nvPr/>
        </p:nvSpPr>
        <p:spPr>
          <a:xfrm>
            <a:off x="11279" y="0"/>
            <a:ext cx="9119831" cy="5136454"/>
          </a:xfrm>
          <a:custGeom>
            <a:rect b="b" l="l" r="r" t="t"/>
            <a:pathLst>
              <a:path extrusionOk="0" h="3240405" w="5750560">
                <a:moveTo>
                  <a:pt x="5750179" y="0"/>
                </a:moveTo>
                <a:lnTo>
                  <a:pt x="0" y="0"/>
                </a:lnTo>
                <a:lnTo>
                  <a:pt x="0" y="3239998"/>
                </a:lnTo>
                <a:lnTo>
                  <a:pt x="5750179" y="3239998"/>
                </a:lnTo>
                <a:lnTo>
                  <a:pt x="5750179" y="0"/>
                </a:lnTo>
                <a:close/>
              </a:path>
            </a:pathLst>
          </a:custGeom>
          <a:solidFill>
            <a:srgbClr val="1D31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77" name="Google Shape;77;p17"/>
          <p:cNvSpPr/>
          <p:nvPr/>
        </p:nvSpPr>
        <p:spPr>
          <a:xfrm>
            <a:off x="3060802" y="4420692"/>
            <a:ext cx="3035242" cy="45295"/>
          </a:xfrm>
          <a:custGeom>
            <a:rect b="b" l="l" r="r" t="t"/>
            <a:pathLst>
              <a:path extrusionOk="0" h="28575" w="1913889">
                <a:moveTo>
                  <a:pt x="1913661" y="0"/>
                </a:moveTo>
                <a:lnTo>
                  <a:pt x="0" y="0"/>
                </a:lnTo>
                <a:lnTo>
                  <a:pt x="0" y="28181"/>
                </a:lnTo>
                <a:lnTo>
                  <a:pt x="1913661" y="28181"/>
                </a:lnTo>
                <a:lnTo>
                  <a:pt x="191366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78" name="Google Shape;78;p17"/>
          <p:cNvSpPr/>
          <p:nvPr/>
        </p:nvSpPr>
        <p:spPr>
          <a:xfrm>
            <a:off x="6095664" y="4420671"/>
            <a:ext cx="3035242" cy="45295"/>
          </a:xfrm>
          <a:custGeom>
            <a:rect b="b" l="l" r="r" t="t"/>
            <a:pathLst>
              <a:path extrusionOk="0" h="28575" w="1913889">
                <a:moveTo>
                  <a:pt x="1913661" y="0"/>
                </a:moveTo>
                <a:lnTo>
                  <a:pt x="0" y="0"/>
                </a:lnTo>
                <a:lnTo>
                  <a:pt x="0" y="28181"/>
                </a:lnTo>
                <a:lnTo>
                  <a:pt x="1913661" y="28181"/>
                </a:lnTo>
                <a:lnTo>
                  <a:pt x="1913661" y="0"/>
                </a:lnTo>
                <a:close/>
              </a:path>
            </a:pathLst>
          </a:custGeom>
          <a:solidFill>
            <a:srgbClr val="F172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79" name="Google Shape;79;p17"/>
          <p:cNvSpPr/>
          <p:nvPr/>
        </p:nvSpPr>
        <p:spPr>
          <a:xfrm>
            <a:off x="11319" y="4420692"/>
            <a:ext cx="3050348" cy="45295"/>
          </a:xfrm>
          <a:custGeom>
            <a:rect b="b" l="l" r="r" t="t"/>
            <a:pathLst>
              <a:path extrusionOk="0" h="28575" w="1923414">
                <a:moveTo>
                  <a:pt x="1922868" y="0"/>
                </a:moveTo>
                <a:lnTo>
                  <a:pt x="0" y="0"/>
                </a:lnTo>
                <a:lnTo>
                  <a:pt x="0" y="28181"/>
                </a:lnTo>
                <a:lnTo>
                  <a:pt x="1922868" y="28181"/>
                </a:lnTo>
                <a:lnTo>
                  <a:pt x="1922868" y="0"/>
                </a:lnTo>
                <a:close/>
              </a:path>
            </a:pathLst>
          </a:custGeom>
          <a:solidFill>
            <a:srgbClr val="C0C4CA">
              <a:alpha val="8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chemeClr val="dk1"/>
              </a:solidFill>
              <a:latin typeface="Calibri"/>
              <a:ea typeface="Calibri"/>
              <a:cs typeface="Calibri"/>
              <a:sym typeface="Calibri"/>
            </a:endParaRPr>
          </a:p>
        </p:txBody>
      </p:sp>
      <p:sp>
        <p:nvSpPr>
          <p:cNvPr id="80" name="Google Shape;80;p17"/>
          <p:cNvSpPr txBox="1"/>
          <p:nvPr>
            <p:ph type="title"/>
          </p:nvPr>
        </p:nvSpPr>
        <p:spPr>
          <a:xfrm>
            <a:off x="524964" y="3566706"/>
            <a:ext cx="8094070" cy="61198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3700">
                <a:solidFill>
                  <a:schemeClr val="lt1"/>
                </a:solidFill>
                <a:latin typeface="Arial"/>
                <a:ea typeface="Arial"/>
                <a:cs typeface="Arial"/>
                <a:sym typeface="Arial"/>
              </a:defRPr>
            </a:lvl1pPr>
            <a:lvl2pPr lvl="1" algn="l">
              <a:lnSpc>
                <a:spcPct val="100000"/>
              </a:lnSpc>
              <a:spcBef>
                <a:spcPts val="0"/>
              </a:spcBef>
              <a:spcAft>
                <a:spcPts val="0"/>
              </a:spcAft>
              <a:buSzPts val="2200"/>
              <a:buNone/>
              <a:defRPr sz="2200"/>
            </a:lvl2pPr>
            <a:lvl3pPr lvl="2" algn="l">
              <a:lnSpc>
                <a:spcPct val="100000"/>
              </a:lnSpc>
              <a:spcBef>
                <a:spcPts val="0"/>
              </a:spcBef>
              <a:spcAft>
                <a:spcPts val="0"/>
              </a:spcAft>
              <a:buSzPts val="2200"/>
              <a:buNone/>
              <a:defRPr sz="2200"/>
            </a:lvl3pPr>
            <a:lvl4pPr lvl="3" algn="l">
              <a:lnSpc>
                <a:spcPct val="100000"/>
              </a:lnSpc>
              <a:spcBef>
                <a:spcPts val="0"/>
              </a:spcBef>
              <a:spcAft>
                <a:spcPts val="0"/>
              </a:spcAft>
              <a:buSzPts val="2200"/>
              <a:buNone/>
              <a:defRPr sz="2200"/>
            </a:lvl4pPr>
            <a:lvl5pPr lvl="4" algn="l">
              <a:lnSpc>
                <a:spcPct val="100000"/>
              </a:lnSpc>
              <a:spcBef>
                <a:spcPts val="0"/>
              </a:spcBef>
              <a:spcAft>
                <a:spcPts val="0"/>
              </a:spcAft>
              <a:buSzPts val="2200"/>
              <a:buNone/>
              <a:defRPr sz="2200"/>
            </a:lvl5pPr>
            <a:lvl6pPr lvl="5" algn="l">
              <a:lnSpc>
                <a:spcPct val="100000"/>
              </a:lnSpc>
              <a:spcBef>
                <a:spcPts val="0"/>
              </a:spcBef>
              <a:spcAft>
                <a:spcPts val="0"/>
              </a:spcAft>
              <a:buSzPts val="2200"/>
              <a:buNone/>
              <a:defRPr sz="2200"/>
            </a:lvl6pPr>
            <a:lvl7pPr lvl="6" algn="l">
              <a:lnSpc>
                <a:spcPct val="100000"/>
              </a:lnSpc>
              <a:spcBef>
                <a:spcPts val="0"/>
              </a:spcBef>
              <a:spcAft>
                <a:spcPts val="0"/>
              </a:spcAft>
              <a:buSzPts val="2200"/>
              <a:buNone/>
              <a:defRPr sz="2200"/>
            </a:lvl7pPr>
            <a:lvl8pPr lvl="7" algn="l">
              <a:lnSpc>
                <a:spcPct val="100000"/>
              </a:lnSpc>
              <a:spcBef>
                <a:spcPts val="0"/>
              </a:spcBef>
              <a:spcAft>
                <a:spcPts val="0"/>
              </a:spcAft>
              <a:buSzPts val="2200"/>
              <a:buNone/>
              <a:defRPr sz="2200"/>
            </a:lvl8pPr>
            <a:lvl9pPr lvl="8" algn="l">
              <a:lnSpc>
                <a:spcPct val="100000"/>
              </a:lnSpc>
              <a:spcBef>
                <a:spcPts val="0"/>
              </a:spcBef>
              <a:spcAft>
                <a:spcPts val="0"/>
              </a:spcAft>
              <a:buSzPts val="2200"/>
              <a:buNone/>
              <a:defRPr sz="2200"/>
            </a:lvl9pPr>
          </a:lstStyle>
          <a:p/>
        </p:txBody>
      </p:sp>
      <p:sp>
        <p:nvSpPr>
          <p:cNvPr id="81" name="Google Shape;81;p17"/>
          <p:cNvSpPr txBox="1"/>
          <p:nvPr>
            <p:ph idx="11" type="ftr"/>
          </p:nvPr>
        </p:nvSpPr>
        <p:spPr>
          <a:xfrm>
            <a:off x="3108960" y="4783454"/>
            <a:ext cx="2926080" cy="257174"/>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2200"/>
              <a:buFont typeface="Arial"/>
              <a:buNone/>
              <a:defRPr b="0" i="0" sz="2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9pPr>
          </a:lstStyle>
          <a:p/>
        </p:txBody>
      </p:sp>
      <p:sp>
        <p:nvSpPr>
          <p:cNvPr id="82" name="Google Shape;82;p17"/>
          <p:cNvSpPr txBox="1"/>
          <p:nvPr>
            <p:ph idx="10" type="dt"/>
          </p:nvPr>
        </p:nvSpPr>
        <p:spPr>
          <a:xfrm>
            <a:off x="457200" y="4783454"/>
            <a:ext cx="2103120" cy="257174"/>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2200"/>
              <a:buFont typeface="Arial"/>
              <a:buNone/>
              <a:defRPr b="0" i="0" sz="2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2200"/>
              <a:buFont typeface="Arial"/>
              <a:buNone/>
              <a:defRPr b="0" i="0" sz="2900" u="none" cap="none" strike="noStrike">
                <a:solidFill>
                  <a:schemeClr val="dk1"/>
                </a:solidFill>
                <a:latin typeface="Calibri"/>
                <a:ea typeface="Calibri"/>
                <a:cs typeface="Calibri"/>
                <a:sym typeface="Calibri"/>
              </a:defRPr>
            </a:lvl9pPr>
          </a:lstStyle>
          <a:p/>
        </p:txBody>
      </p:sp>
      <p:sp>
        <p:nvSpPr>
          <p:cNvPr id="83" name="Google Shape;83;p17"/>
          <p:cNvSpPr txBox="1"/>
          <p:nvPr>
            <p:ph idx="12" type="sldNum"/>
          </p:nvPr>
        </p:nvSpPr>
        <p:spPr>
          <a:xfrm>
            <a:off x="6642048" y="305869"/>
            <a:ext cx="2103120" cy="14636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8" name="Shape 88"/>
        <p:cNvGrpSpPr/>
        <p:nvPr/>
      </p:nvGrpSpPr>
      <p:grpSpPr>
        <a:xfrm>
          <a:off x="0" y="0"/>
          <a:ext cx="0" cy="0"/>
          <a:chOff x="0" y="0"/>
          <a:chExt cx="0" cy="0"/>
        </a:xfrm>
      </p:grpSpPr>
      <p:cxnSp>
        <p:nvCxnSpPr>
          <p:cNvPr id="89" name="Google Shape;89;p19"/>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90" name="Google Shape;90;p19"/>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91" name="Google Shape;91;p19"/>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3" name="Shape 93"/>
        <p:cNvGrpSpPr/>
        <p:nvPr/>
      </p:nvGrpSpPr>
      <p:grpSpPr>
        <a:xfrm>
          <a:off x="0" y="0"/>
          <a:ext cx="0" cy="0"/>
          <a:chOff x="0" y="0"/>
          <a:chExt cx="0" cy="0"/>
        </a:xfrm>
      </p:grpSpPr>
      <p:cxnSp>
        <p:nvCxnSpPr>
          <p:cNvPr id="94" name="Google Shape;94;p20"/>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95" name="Google Shape;95;p20"/>
          <p:cNvSpPr txBox="1"/>
          <p:nvPr>
            <p:ph type="title"/>
          </p:nvPr>
        </p:nvSpPr>
        <p:spPr>
          <a:xfrm>
            <a:off x="510450" y="2057400"/>
            <a:ext cx="8123100" cy="778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6" name="Google Shape;9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7" name="Shape 97"/>
        <p:cNvGrpSpPr/>
        <p:nvPr/>
      </p:nvGrpSpPr>
      <p:grpSpPr>
        <a:xfrm>
          <a:off x="0" y="0"/>
          <a:ext cx="0" cy="0"/>
          <a:chOff x="0" y="0"/>
          <a:chExt cx="0" cy="0"/>
        </a:xfrm>
      </p:grpSpPr>
      <p:sp>
        <p:nvSpPr>
          <p:cNvPr id="98" name="Google Shape;98;p2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4" name="Google Shape;104;p2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5" name="Google Shape;105;p2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6" name="Google Shape;106;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sp>
        <p:nvSpPr>
          <p:cNvPr id="108" name="Google Shape;108;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 name="Google Shape;109;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0" name="Shape 110"/>
        <p:cNvGrpSpPr/>
        <p:nvPr/>
      </p:nvGrpSpPr>
      <p:grpSpPr>
        <a:xfrm>
          <a:off x="0" y="0"/>
          <a:ext cx="0" cy="0"/>
          <a:chOff x="0" y="0"/>
          <a:chExt cx="0" cy="0"/>
        </a:xfrm>
      </p:grpSpPr>
      <p:sp>
        <p:nvSpPr>
          <p:cNvPr id="111" name="Google Shape;111;p2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2" name="Google Shape;112;p2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3" name="Google Shape;11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14" name="Shape 114"/>
        <p:cNvGrpSpPr/>
        <p:nvPr/>
      </p:nvGrpSpPr>
      <p:grpSpPr>
        <a:xfrm>
          <a:off x="0" y="0"/>
          <a:ext cx="0" cy="0"/>
          <a:chOff x="0" y="0"/>
          <a:chExt cx="0" cy="0"/>
        </a:xfrm>
      </p:grpSpPr>
      <p:sp>
        <p:nvSpPr>
          <p:cNvPr id="115" name="Google Shape;115;p25"/>
          <p:cNvSpPr txBox="1"/>
          <p:nvPr>
            <p:ph type="title"/>
          </p:nvPr>
        </p:nvSpPr>
        <p:spPr>
          <a:xfrm>
            <a:off x="490250" y="526350"/>
            <a:ext cx="57975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6" name="Google Shape;116;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 name="Shape 117"/>
        <p:cNvGrpSpPr/>
        <p:nvPr/>
      </p:nvGrpSpPr>
      <p:grpSpPr>
        <a:xfrm>
          <a:off x="0" y="0"/>
          <a:ext cx="0" cy="0"/>
          <a:chOff x="0" y="0"/>
          <a:chExt cx="0" cy="0"/>
        </a:xfrm>
      </p:grpSpPr>
      <p:sp>
        <p:nvSpPr>
          <p:cNvPr id="118" name="Google Shape;118;p26"/>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 name="Google Shape;119;p26"/>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120" name="Google Shape;120;p26"/>
          <p:cNvSpPr txBox="1"/>
          <p:nvPr>
            <p:ph type="title"/>
          </p:nvPr>
        </p:nvSpPr>
        <p:spPr>
          <a:xfrm>
            <a:off x="265500" y="1205825"/>
            <a:ext cx="4045200" cy="1509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1" name="Google Shape;121;p26"/>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22" name="Google Shape;122;p2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123" name="Google Shape;123;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27"/>
          <p:cNvSpPr txBox="1"/>
          <p:nvPr>
            <p:ph idx="1" type="body"/>
          </p:nvPr>
        </p:nvSpPr>
        <p:spPr>
          <a:xfrm>
            <a:off x="311700" y="42368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100"/>
              <a:buNone/>
              <a:defRPr sz="2100"/>
            </a:lvl1pPr>
          </a:lstStyle>
          <a:p/>
        </p:txBody>
      </p:sp>
      <p:sp>
        <p:nvSpPr>
          <p:cNvPr id="126" name="Google Shape;126;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2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8"/>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130" name="Google Shape;130;p28"/>
          <p:cNvSpPr txBox="1"/>
          <p:nvPr>
            <p:ph idx="1" type="body"/>
          </p:nvPr>
        </p:nvSpPr>
        <p:spPr>
          <a:xfrm>
            <a:off x="311700" y="3071300"/>
            <a:ext cx="8520600" cy="901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1" name="Google Shape;13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2" Type="http://schemas.openxmlformats.org/officeDocument/2006/relationships/theme" Target="../theme/theme3.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86" name="Google Shape;86;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rtl="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7" name="Google Shape;8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Proxima Nova"/>
                <a:ea typeface="Proxima Nova"/>
                <a:cs typeface="Proxima Nova"/>
                <a:sym typeface="Proxima Nova"/>
              </a:defRPr>
            </a:lvl1pPr>
            <a:lvl2pPr lvl="1" rtl="0" algn="r">
              <a:buNone/>
              <a:defRPr sz="1000">
                <a:solidFill>
                  <a:schemeClr val="dk1"/>
                </a:solidFill>
                <a:latin typeface="Proxima Nova"/>
                <a:ea typeface="Proxima Nova"/>
                <a:cs typeface="Proxima Nova"/>
                <a:sym typeface="Proxima Nova"/>
              </a:defRPr>
            </a:lvl2pPr>
            <a:lvl3pPr lvl="2" rtl="0" algn="r">
              <a:buNone/>
              <a:defRPr sz="1000">
                <a:solidFill>
                  <a:schemeClr val="dk1"/>
                </a:solidFill>
                <a:latin typeface="Proxima Nova"/>
                <a:ea typeface="Proxima Nova"/>
                <a:cs typeface="Proxima Nova"/>
                <a:sym typeface="Proxima Nova"/>
              </a:defRPr>
            </a:lvl3pPr>
            <a:lvl4pPr lvl="3" rtl="0" algn="r">
              <a:buNone/>
              <a:defRPr sz="1000">
                <a:solidFill>
                  <a:schemeClr val="dk1"/>
                </a:solidFill>
                <a:latin typeface="Proxima Nova"/>
                <a:ea typeface="Proxima Nova"/>
                <a:cs typeface="Proxima Nova"/>
                <a:sym typeface="Proxima Nova"/>
              </a:defRPr>
            </a:lvl4pPr>
            <a:lvl5pPr lvl="4" rtl="0" algn="r">
              <a:buNone/>
              <a:defRPr sz="1000">
                <a:solidFill>
                  <a:schemeClr val="dk1"/>
                </a:solidFill>
                <a:latin typeface="Proxima Nova"/>
                <a:ea typeface="Proxima Nova"/>
                <a:cs typeface="Proxima Nova"/>
                <a:sym typeface="Proxima Nova"/>
              </a:defRPr>
            </a:lvl5pPr>
            <a:lvl6pPr lvl="5" rtl="0" algn="r">
              <a:buNone/>
              <a:defRPr sz="1000">
                <a:solidFill>
                  <a:schemeClr val="dk1"/>
                </a:solidFill>
                <a:latin typeface="Proxima Nova"/>
                <a:ea typeface="Proxima Nova"/>
                <a:cs typeface="Proxima Nova"/>
                <a:sym typeface="Proxima Nova"/>
              </a:defRPr>
            </a:lvl6pPr>
            <a:lvl7pPr lvl="6" rtl="0" algn="r">
              <a:buNone/>
              <a:defRPr sz="1000">
                <a:solidFill>
                  <a:schemeClr val="dk1"/>
                </a:solidFill>
                <a:latin typeface="Proxima Nova"/>
                <a:ea typeface="Proxima Nova"/>
                <a:cs typeface="Proxima Nova"/>
                <a:sym typeface="Proxima Nova"/>
              </a:defRPr>
            </a:lvl7pPr>
            <a:lvl8pPr lvl="7" rtl="0" algn="r">
              <a:buNone/>
              <a:defRPr sz="1000">
                <a:solidFill>
                  <a:schemeClr val="dk1"/>
                </a:solidFill>
                <a:latin typeface="Proxima Nova"/>
                <a:ea typeface="Proxima Nova"/>
                <a:cs typeface="Proxima Nova"/>
                <a:sym typeface="Proxima Nova"/>
              </a:defRPr>
            </a:lvl8pPr>
            <a:lvl9pPr lvl="8" rtl="0"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White cloud in front of dark blue star-filled sky" id="138" name="Google Shape;138;p30"/>
          <p:cNvPicPr preferRelativeResize="0"/>
          <p:nvPr/>
        </p:nvPicPr>
        <p:blipFill rotWithShape="1">
          <a:blip r:embed="rId3">
            <a:alphaModFix/>
          </a:blip>
          <a:srcRect b="17068" l="0" r="1720" t="0"/>
          <a:stretch/>
        </p:blipFill>
        <p:spPr>
          <a:xfrm>
            <a:off x="0" y="0"/>
            <a:ext cx="9144001" cy="5143500"/>
          </a:xfrm>
          <a:prstGeom prst="rect">
            <a:avLst/>
          </a:prstGeom>
          <a:noFill/>
          <a:ln>
            <a:noFill/>
          </a:ln>
        </p:spPr>
      </p:pic>
      <p:sp>
        <p:nvSpPr>
          <p:cNvPr id="139" name="Google Shape;139;p30"/>
          <p:cNvSpPr txBox="1"/>
          <p:nvPr>
            <p:ph type="ctrTitle"/>
          </p:nvPr>
        </p:nvSpPr>
        <p:spPr>
          <a:xfrm>
            <a:off x="-58950" y="1316925"/>
            <a:ext cx="9261900" cy="1588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400"/>
              <a:t>Tuần 9</a:t>
            </a:r>
            <a:endParaRPr sz="4400"/>
          </a:p>
          <a:p>
            <a:pPr indent="0" lvl="0" marL="0" rtl="0" algn="ctr">
              <a:spcBef>
                <a:spcPts val="0"/>
              </a:spcBef>
              <a:spcAft>
                <a:spcPts val="0"/>
              </a:spcAft>
              <a:buNone/>
            </a:pPr>
            <a:r>
              <a:rPr lang="en" sz="4400"/>
              <a:t> Yêu cầu của Đồ án cuối kỳ</a:t>
            </a:r>
            <a:endParaRPr sz="4400"/>
          </a:p>
        </p:txBody>
      </p:sp>
      <p:sp>
        <p:nvSpPr>
          <p:cNvPr id="140" name="Google Shape;140;p30"/>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TS. Phạm Tuấn</a:t>
            </a:r>
            <a:endParaRPr/>
          </a:p>
        </p:txBody>
      </p:sp>
      <p:sp>
        <p:nvSpPr>
          <p:cNvPr id="141" name="Google Shape;141;p30"/>
          <p:cNvSpPr txBox="1"/>
          <p:nvPr>
            <p:ph idx="1" type="subTitle"/>
          </p:nvPr>
        </p:nvSpPr>
        <p:spPr>
          <a:xfrm>
            <a:off x="510450" y="4370775"/>
            <a:ext cx="2122500" cy="50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ptuan@ute.udn.vn</a:t>
            </a:r>
            <a:endParaRPr sz="1800"/>
          </a:p>
        </p:txBody>
      </p:sp>
      <p:cxnSp>
        <p:nvCxnSpPr>
          <p:cNvPr id="142" name="Google Shape;142;p30"/>
          <p:cNvCxnSpPr/>
          <p:nvPr/>
        </p:nvCxnSpPr>
        <p:spPr>
          <a:xfrm>
            <a:off x="615150" y="2998025"/>
            <a:ext cx="5004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1"/>
          <p:cNvSpPr/>
          <p:nvPr/>
        </p:nvSpPr>
        <p:spPr>
          <a:xfrm>
            <a:off x="5874125" y="2227038"/>
            <a:ext cx="3122700" cy="1677600"/>
          </a:xfrm>
          <a:prstGeom prst="roundRect">
            <a:avLst>
              <a:gd fmla="val 5681" name="adj"/>
            </a:avLst>
          </a:prstGeom>
          <a:noFill/>
          <a:ln cap="flat" cmpd="sng" w="9525">
            <a:solidFill>
              <a:srgbClr val="3C78D8"/>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48" name="Google Shape;148;p31"/>
          <p:cNvSpPr txBox="1"/>
          <p:nvPr>
            <p:ph type="title"/>
          </p:nvPr>
        </p:nvSpPr>
        <p:spPr>
          <a:xfrm>
            <a:off x="311700" y="143400"/>
            <a:ext cx="3122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Sơ đồ khối</a:t>
            </a:r>
            <a:endParaRPr b="0">
              <a:latin typeface="Montserrat"/>
              <a:ea typeface="Montserrat"/>
              <a:cs typeface="Montserrat"/>
              <a:sym typeface="Montserrat"/>
            </a:endParaRPr>
          </a:p>
        </p:txBody>
      </p:sp>
      <p:sp>
        <p:nvSpPr>
          <p:cNvPr id="149" name="Google Shape;149;p31"/>
          <p:cNvSpPr/>
          <p:nvPr/>
        </p:nvSpPr>
        <p:spPr>
          <a:xfrm>
            <a:off x="274325" y="2801275"/>
            <a:ext cx="1100700" cy="523800"/>
          </a:xfrm>
          <a:prstGeom prst="roundRect">
            <a:avLst>
              <a:gd fmla="val 16667" name="adj"/>
            </a:avLst>
          </a:prstGeom>
          <a:solidFill>
            <a:srgbClr val="FFF2CC"/>
          </a:solidFill>
          <a:ln cap="flat" cmpd="sng" w="952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Data Source</a:t>
            </a:r>
            <a:endParaRPr>
              <a:latin typeface="Proxima Nova"/>
              <a:ea typeface="Proxima Nova"/>
              <a:cs typeface="Proxima Nova"/>
              <a:sym typeface="Proxima Nova"/>
            </a:endParaRPr>
          </a:p>
        </p:txBody>
      </p:sp>
      <p:sp>
        <p:nvSpPr>
          <p:cNvPr id="150" name="Google Shape;150;p31"/>
          <p:cNvSpPr/>
          <p:nvPr/>
        </p:nvSpPr>
        <p:spPr>
          <a:xfrm>
            <a:off x="2077725" y="2801275"/>
            <a:ext cx="1100700" cy="523800"/>
          </a:xfrm>
          <a:prstGeom prst="roundRect">
            <a:avLst>
              <a:gd fmla="val 16667" name="adj"/>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Data Ingestion</a:t>
            </a:r>
            <a:endParaRPr>
              <a:latin typeface="Proxima Nova"/>
              <a:ea typeface="Proxima Nova"/>
              <a:cs typeface="Proxima Nova"/>
              <a:sym typeface="Proxima Nova"/>
            </a:endParaRPr>
          </a:p>
        </p:txBody>
      </p:sp>
      <p:sp>
        <p:nvSpPr>
          <p:cNvPr id="151" name="Google Shape;151;p31"/>
          <p:cNvSpPr/>
          <p:nvPr/>
        </p:nvSpPr>
        <p:spPr>
          <a:xfrm>
            <a:off x="3835063" y="1778700"/>
            <a:ext cx="1100700" cy="52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Database API</a:t>
            </a:r>
            <a:endParaRPr>
              <a:latin typeface="Proxima Nova"/>
              <a:ea typeface="Proxima Nova"/>
              <a:cs typeface="Proxima Nova"/>
              <a:sym typeface="Proxima Nova"/>
            </a:endParaRPr>
          </a:p>
        </p:txBody>
      </p:sp>
      <p:sp>
        <p:nvSpPr>
          <p:cNvPr id="152" name="Google Shape;152;p31"/>
          <p:cNvSpPr/>
          <p:nvPr/>
        </p:nvSpPr>
        <p:spPr>
          <a:xfrm>
            <a:off x="3835075" y="2801275"/>
            <a:ext cx="1100700" cy="523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Database</a:t>
            </a:r>
            <a:endParaRPr>
              <a:latin typeface="Proxima Nova"/>
              <a:ea typeface="Proxima Nova"/>
              <a:cs typeface="Proxima Nova"/>
              <a:sym typeface="Proxima Nova"/>
            </a:endParaRPr>
          </a:p>
        </p:txBody>
      </p:sp>
      <p:sp>
        <p:nvSpPr>
          <p:cNvPr id="153" name="Google Shape;153;p31"/>
          <p:cNvSpPr/>
          <p:nvPr/>
        </p:nvSpPr>
        <p:spPr>
          <a:xfrm>
            <a:off x="7487000" y="2449913"/>
            <a:ext cx="1271100" cy="523800"/>
          </a:xfrm>
          <a:prstGeom prst="roundRect">
            <a:avLst>
              <a:gd fmla="val 16667" name="adj"/>
            </a:avLst>
          </a:prstGeom>
          <a:solidFill>
            <a:srgbClr val="C9DAF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Clustering</a:t>
            </a:r>
            <a:endParaRPr>
              <a:latin typeface="Proxima Nova"/>
              <a:ea typeface="Proxima Nova"/>
              <a:cs typeface="Proxima Nova"/>
              <a:sym typeface="Proxima Nova"/>
            </a:endParaRPr>
          </a:p>
        </p:txBody>
      </p:sp>
      <p:sp>
        <p:nvSpPr>
          <p:cNvPr id="154" name="Google Shape;154;p31"/>
          <p:cNvSpPr/>
          <p:nvPr/>
        </p:nvSpPr>
        <p:spPr>
          <a:xfrm>
            <a:off x="6799925" y="3177325"/>
            <a:ext cx="1271100" cy="523800"/>
          </a:xfrm>
          <a:prstGeom prst="roundRect">
            <a:avLst>
              <a:gd fmla="val 16667" name="adj"/>
            </a:avLst>
          </a:prstGeom>
          <a:solidFill>
            <a:srgbClr val="C9DAF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Prediction</a:t>
            </a:r>
            <a:endParaRPr>
              <a:latin typeface="Proxima Nova"/>
              <a:ea typeface="Proxima Nova"/>
              <a:cs typeface="Proxima Nova"/>
              <a:sym typeface="Proxima Nova"/>
            </a:endParaRPr>
          </a:p>
        </p:txBody>
      </p:sp>
      <p:sp>
        <p:nvSpPr>
          <p:cNvPr id="155" name="Google Shape;155;p31"/>
          <p:cNvSpPr/>
          <p:nvPr/>
        </p:nvSpPr>
        <p:spPr>
          <a:xfrm>
            <a:off x="6058275" y="2449913"/>
            <a:ext cx="1271100" cy="523800"/>
          </a:xfrm>
          <a:prstGeom prst="roundRect">
            <a:avLst>
              <a:gd fmla="val 16667" name="adj"/>
            </a:avLst>
          </a:prstGeom>
          <a:solidFill>
            <a:srgbClr val="C9DAF8"/>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Data Analysis</a:t>
            </a:r>
            <a:endParaRPr>
              <a:latin typeface="Proxima Nova"/>
              <a:ea typeface="Proxima Nova"/>
              <a:cs typeface="Proxima Nova"/>
              <a:sym typeface="Proxima Nova"/>
            </a:endParaRPr>
          </a:p>
        </p:txBody>
      </p:sp>
      <p:sp>
        <p:nvSpPr>
          <p:cNvPr id="156" name="Google Shape;156;p31"/>
          <p:cNvSpPr/>
          <p:nvPr/>
        </p:nvSpPr>
        <p:spPr>
          <a:xfrm>
            <a:off x="3835525" y="756125"/>
            <a:ext cx="1100700" cy="523800"/>
          </a:xfrm>
          <a:prstGeom prst="roundRect">
            <a:avLst>
              <a:gd fmla="val 16667" name="adj"/>
            </a:avLst>
          </a:prstGeom>
          <a:solidFill>
            <a:srgbClr val="D9D2E9"/>
          </a:solidFill>
          <a:ln cap="flat" cmpd="sng" w="9525">
            <a:solidFill>
              <a:srgbClr val="8E7CC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Front End</a:t>
            </a:r>
            <a:endParaRPr>
              <a:latin typeface="Proxima Nova"/>
              <a:ea typeface="Proxima Nova"/>
              <a:cs typeface="Proxima Nova"/>
              <a:sym typeface="Proxima Nova"/>
            </a:endParaRPr>
          </a:p>
        </p:txBody>
      </p:sp>
      <p:cxnSp>
        <p:nvCxnSpPr>
          <p:cNvPr id="157" name="Google Shape;157;p31"/>
          <p:cNvCxnSpPr>
            <a:stCxn id="150" idx="1"/>
            <a:endCxn id="149" idx="3"/>
          </p:cNvCxnSpPr>
          <p:nvPr/>
        </p:nvCxnSpPr>
        <p:spPr>
          <a:xfrm rot="10800000">
            <a:off x="1375125" y="3063175"/>
            <a:ext cx="702600" cy="0"/>
          </a:xfrm>
          <a:prstGeom prst="straightConnector1">
            <a:avLst/>
          </a:prstGeom>
          <a:noFill/>
          <a:ln cap="flat" cmpd="sng" w="9525">
            <a:solidFill>
              <a:schemeClr val="dk2"/>
            </a:solidFill>
            <a:prstDash val="solid"/>
            <a:round/>
            <a:headEnd len="med" w="med" type="none"/>
            <a:tailEnd len="med" w="med" type="stealth"/>
          </a:ln>
          <a:effectLst>
            <a:reflection blurRad="0" dir="5400000" dist="38100" endA="0" endPos="30000" fadeDir="5400012" kx="0" rotWithShape="0" algn="bl" stPos="0" sy="-100000" ky="0"/>
          </a:effectLst>
        </p:spPr>
      </p:cxnSp>
      <p:cxnSp>
        <p:nvCxnSpPr>
          <p:cNvPr id="158" name="Google Shape;158;p31"/>
          <p:cNvCxnSpPr>
            <a:stCxn id="152" idx="1"/>
            <a:endCxn id="150" idx="3"/>
          </p:cNvCxnSpPr>
          <p:nvPr/>
        </p:nvCxnSpPr>
        <p:spPr>
          <a:xfrm rot="10800000">
            <a:off x="3178375" y="3063175"/>
            <a:ext cx="656700" cy="0"/>
          </a:xfrm>
          <a:prstGeom prst="straightConnector1">
            <a:avLst/>
          </a:prstGeom>
          <a:noFill/>
          <a:ln cap="flat" cmpd="sng" w="9525">
            <a:solidFill>
              <a:schemeClr val="dk2"/>
            </a:solidFill>
            <a:prstDash val="solid"/>
            <a:round/>
            <a:headEnd len="med" w="med" type="stealth"/>
            <a:tailEnd len="med" w="med" type="none"/>
          </a:ln>
          <a:effectLst>
            <a:reflection blurRad="0" dir="5400000" dist="38100" endA="0" endPos="30000" fadeDir="5400012" kx="0" rotWithShape="0" algn="bl" stPos="0" sy="-100000" ky="0"/>
          </a:effectLst>
        </p:spPr>
      </p:cxnSp>
      <p:cxnSp>
        <p:nvCxnSpPr>
          <p:cNvPr id="159" name="Google Shape;159;p31"/>
          <p:cNvCxnSpPr>
            <a:stCxn id="147" idx="1"/>
            <a:endCxn id="152" idx="3"/>
          </p:cNvCxnSpPr>
          <p:nvPr/>
        </p:nvCxnSpPr>
        <p:spPr>
          <a:xfrm rot="10800000">
            <a:off x="4935725" y="3063138"/>
            <a:ext cx="938400" cy="2700"/>
          </a:xfrm>
          <a:prstGeom prst="straightConnector1">
            <a:avLst/>
          </a:prstGeom>
          <a:noFill/>
          <a:ln cap="flat" cmpd="sng" w="9525">
            <a:solidFill>
              <a:schemeClr val="dk2"/>
            </a:solidFill>
            <a:prstDash val="solid"/>
            <a:round/>
            <a:headEnd len="med" w="med" type="none"/>
            <a:tailEnd len="med" w="med" type="stealth"/>
          </a:ln>
          <a:effectLst>
            <a:reflection blurRad="0" dir="5400000" dist="38100" endA="0" endPos="30000" fadeDir="5400012" kx="0" rotWithShape="0" algn="bl" stPos="0" sy="-100000" ky="0"/>
          </a:effectLst>
        </p:spPr>
      </p:cxnSp>
      <p:cxnSp>
        <p:nvCxnSpPr>
          <p:cNvPr id="160" name="Google Shape;160;p31"/>
          <p:cNvCxnSpPr>
            <a:stCxn id="152" idx="0"/>
            <a:endCxn id="151" idx="2"/>
          </p:cNvCxnSpPr>
          <p:nvPr/>
        </p:nvCxnSpPr>
        <p:spPr>
          <a:xfrm rot="10800000">
            <a:off x="4385425" y="2302375"/>
            <a:ext cx="0" cy="498900"/>
          </a:xfrm>
          <a:prstGeom prst="straightConnector1">
            <a:avLst/>
          </a:prstGeom>
          <a:noFill/>
          <a:ln cap="flat" cmpd="sng" w="9525">
            <a:solidFill>
              <a:schemeClr val="dk2"/>
            </a:solidFill>
            <a:prstDash val="solid"/>
            <a:round/>
            <a:headEnd len="med" w="med" type="stealth"/>
            <a:tailEnd len="med" w="med" type="none"/>
          </a:ln>
        </p:spPr>
      </p:cxnSp>
      <p:cxnSp>
        <p:nvCxnSpPr>
          <p:cNvPr id="161" name="Google Shape;161;p31"/>
          <p:cNvCxnSpPr>
            <a:stCxn id="151" idx="0"/>
            <a:endCxn id="156" idx="2"/>
          </p:cNvCxnSpPr>
          <p:nvPr/>
        </p:nvCxnSpPr>
        <p:spPr>
          <a:xfrm flipH="1" rot="10800000">
            <a:off x="4385413" y="1279800"/>
            <a:ext cx="600" cy="498900"/>
          </a:xfrm>
          <a:prstGeom prst="straightConnector1">
            <a:avLst/>
          </a:prstGeom>
          <a:noFill/>
          <a:ln cap="flat" cmpd="sng" w="9525">
            <a:solidFill>
              <a:schemeClr val="dk2"/>
            </a:solidFill>
            <a:prstDash val="solid"/>
            <a:round/>
            <a:headEnd len="med" w="med" type="stealth"/>
            <a:tailEnd len="med" w="med" type="none"/>
          </a:ln>
        </p:spPr>
      </p:cxnSp>
      <p:sp>
        <p:nvSpPr>
          <p:cNvPr id="162" name="Google Shape;162;p31"/>
          <p:cNvSpPr txBox="1"/>
          <p:nvPr/>
        </p:nvSpPr>
        <p:spPr>
          <a:xfrm>
            <a:off x="5874125" y="1865488"/>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Proxima Nova"/>
                <a:ea typeface="Proxima Nova"/>
                <a:cs typeface="Proxima Nova"/>
                <a:sym typeface="Proxima Nova"/>
              </a:rPr>
              <a:t>Backend Services</a:t>
            </a:r>
            <a:endParaRPr b="1"/>
          </a:p>
        </p:txBody>
      </p:sp>
      <p:sp>
        <p:nvSpPr>
          <p:cNvPr id="163" name="Google Shape;163;p31"/>
          <p:cNvSpPr txBox="1"/>
          <p:nvPr/>
        </p:nvSpPr>
        <p:spPr>
          <a:xfrm>
            <a:off x="-55175" y="4046800"/>
            <a:ext cx="1601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900">
                <a:latin typeface="Proxima Nova"/>
                <a:ea typeface="Proxima Nova"/>
                <a:cs typeface="Proxima Nova"/>
                <a:sym typeface="Proxima Nova"/>
              </a:rPr>
              <a:t>Mỗi nhóm sẽ tự chọn nguồn dữ liêu:</a:t>
            </a:r>
            <a:endParaRPr i="1" sz="900">
              <a:latin typeface="Proxima Nova"/>
              <a:ea typeface="Proxima Nova"/>
              <a:cs typeface="Proxima Nova"/>
              <a:sym typeface="Proxima Nova"/>
            </a:endParaRPr>
          </a:p>
          <a:p>
            <a:pPr indent="-171450" lvl="0" marL="257175" rtl="0" algn="l">
              <a:spcBef>
                <a:spcPts val="0"/>
              </a:spcBef>
              <a:spcAft>
                <a:spcPts val="0"/>
              </a:spcAft>
              <a:buSzPts val="900"/>
              <a:buFont typeface="Proxima Nova"/>
              <a:buChar char="●"/>
            </a:pPr>
            <a:r>
              <a:rPr i="1" lang="en" sz="900">
                <a:latin typeface="Proxima Nova"/>
                <a:ea typeface="Proxima Nova"/>
                <a:cs typeface="Proxima Nova"/>
                <a:sym typeface="Proxima Nova"/>
              </a:rPr>
              <a:t>Dữ liệu theo thời gian</a:t>
            </a:r>
            <a:endParaRPr i="1" sz="900">
              <a:latin typeface="Proxima Nova"/>
              <a:ea typeface="Proxima Nova"/>
              <a:cs typeface="Proxima Nova"/>
              <a:sym typeface="Proxima Nova"/>
            </a:endParaRPr>
          </a:p>
          <a:p>
            <a:pPr indent="-171450" lvl="0" marL="257175" rtl="0" algn="l">
              <a:spcBef>
                <a:spcPts val="0"/>
              </a:spcBef>
              <a:spcAft>
                <a:spcPts val="0"/>
              </a:spcAft>
              <a:buSzPts val="900"/>
              <a:buFont typeface="Proxima Nova"/>
              <a:buChar char="●"/>
            </a:pPr>
            <a:r>
              <a:rPr i="1" lang="en" sz="900">
                <a:latin typeface="Proxima Nova"/>
                <a:ea typeface="Proxima Nova"/>
                <a:cs typeface="Proxima Nova"/>
                <a:sym typeface="Proxima Nova"/>
              </a:rPr>
              <a:t>Có cập nhập</a:t>
            </a:r>
            <a:endParaRPr i="1" sz="900">
              <a:latin typeface="Proxima Nova"/>
              <a:ea typeface="Proxima Nova"/>
              <a:cs typeface="Proxima Nova"/>
              <a:sym typeface="Proxima Nova"/>
            </a:endParaRPr>
          </a:p>
        </p:txBody>
      </p:sp>
      <p:cxnSp>
        <p:nvCxnSpPr>
          <p:cNvPr id="164" name="Google Shape;164;p31"/>
          <p:cNvCxnSpPr>
            <a:stCxn id="163" idx="3"/>
            <a:endCxn id="149" idx="2"/>
          </p:cNvCxnSpPr>
          <p:nvPr/>
        </p:nvCxnSpPr>
        <p:spPr>
          <a:xfrm rot="10800000">
            <a:off x="824725" y="3325150"/>
            <a:ext cx="721800" cy="1091100"/>
          </a:xfrm>
          <a:prstGeom prst="curvedConnector4">
            <a:avLst>
              <a:gd fmla="val -32990" name="adj1"/>
              <a:gd fmla="val 66934" name="adj2"/>
            </a:avLst>
          </a:prstGeom>
          <a:noFill/>
          <a:ln cap="flat" cmpd="sng" w="9525">
            <a:solidFill>
              <a:schemeClr val="dk2"/>
            </a:solidFill>
            <a:prstDash val="dash"/>
            <a:round/>
            <a:headEnd len="med" w="med" type="none"/>
            <a:tailEnd len="med" w="med" type="stealth"/>
          </a:ln>
        </p:spPr>
      </p:cxnSp>
      <p:sp>
        <p:nvSpPr>
          <p:cNvPr id="165" name="Google Shape;165;p31"/>
          <p:cNvSpPr txBox="1"/>
          <p:nvPr/>
        </p:nvSpPr>
        <p:spPr>
          <a:xfrm>
            <a:off x="950700" y="1765900"/>
            <a:ext cx="783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latin typeface="Proxima Nova"/>
                <a:ea typeface="Proxima Nova"/>
                <a:cs typeface="Proxima Nova"/>
                <a:sym typeface="Proxima Nova"/>
              </a:rPr>
              <a:t>5 phút lấy dữ liệu 1 lần</a:t>
            </a:r>
            <a:endParaRPr i="1" sz="900">
              <a:latin typeface="Proxima Nova"/>
              <a:ea typeface="Proxima Nova"/>
              <a:cs typeface="Proxima Nova"/>
              <a:sym typeface="Proxima Nova"/>
            </a:endParaRPr>
          </a:p>
        </p:txBody>
      </p:sp>
      <p:cxnSp>
        <p:nvCxnSpPr>
          <p:cNvPr id="166" name="Google Shape;166;p31"/>
          <p:cNvCxnSpPr>
            <a:stCxn id="165" idx="3"/>
            <a:endCxn id="150" idx="0"/>
          </p:cNvCxnSpPr>
          <p:nvPr/>
        </p:nvCxnSpPr>
        <p:spPr>
          <a:xfrm>
            <a:off x="1733700" y="1996750"/>
            <a:ext cx="894300" cy="804600"/>
          </a:xfrm>
          <a:prstGeom prst="curvedConnector2">
            <a:avLst/>
          </a:prstGeom>
          <a:noFill/>
          <a:ln cap="flat" cmpd="sng" w="9525">
            <a:solidFill>
              <a:schemeClr val="dk2"/>
            </a:solidFill>
            <a:prstDash val="dash"/>
            <a:round/>
            <a:headEnd len="med" w="med" type="none"/>
            <a:tailEnd len="med" w="med" type="stealth"/>
          </a:ln>
        </p:spPr>
      </p:cxnSp>
      <p:sp>
        <p:nvSpPr>
          <p:cNvPr id="167" name="Google Shape;167;p31"/>
          <p:cNvSpPr txBox="1"/>
          <p:nvPr/>
        </p:nvSpPr>
        <p:spPr>
          <a:xfrm>
            <a:off x="7948600" y="1404088"/>
            <a:ext cx="783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latin typeface="Proxima Nova"/>
                <a:ea typeface="Proxima Nova"/>
                <a:cs typeface="Proxima Nova"/>
                <a:sym typeface="Proxima Nova"/>
              </a:rPr>
              <a:t>1 ngày chạy 1 lần</a:t>
            </a:r>
            <a:endParaRPr i="1" sz="900">
              <a:latin typeface="Proxima Nova"/>
              <a:ea typeface="Proxima Nova"/>
              <a:cs typeface="Proxima Nova"/>
              <a:sym typeface="Proxima Nova"/>
            </a:endParaRPr>
          </a:p>
        </p:txBody>
      </p:sp>
      <p:cxnSp>
        <p:nvCxnSpPr>
          <p:cNvPr id="168" name="Google Shape;168;p31"/>
          <p:cNvCxnSpPr>
            <a:stCxn id="167" idx="2"/>
          </p:cNvCxnSpPr>
          <p:nvPr/>
        </p:nvCxnSpPr>
        <p:spPr>
          <a:xfrm rot="5400000">
            <a:off x="7938250" y="2055838"/>
            <a:ext cx="591900" cy="211800"/>
          </a:xfrm>
          <a:prstGeom prst="curvedConnector3">
            <a:avLst>
              <a:gd fmla="val 50000" name="adj1"/>
            </a:avLst>
          </a:prstGeom>
          <a:noFill/>
          <a:ln cap="flat" cmpd="sng" w="9525">
            <a:solidFill>
              <a:schemeClr val="dk2"/>
            </a:solidFill>
            <a:prstDash val="dash"/>
            <a:round/>
            <a:headEnd len="med" w="med" type="none"/>
            <a:tailEnd len="med" w="med" type="stealth"/>
          </a:ln>
        </p:spPr>
      </p:cxnSp>
      <p:sp>
        <p:nvSpPr>
          <p:cNvPr id="169" name="Google Shape;169;p31"/>
          <p:cNvSpPr txBox="1"/>
          <p:nvPr/>
        </p:nvSpPr>
        <p:spPr>
          <a:xfrm>
            <a:off x="5486100" y="1505113"/>
            <a:ext cx="783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latin typeface="Proxima Nova"/>
                <a:ea typeface="Proxima Nova"/>
                <a:cs typeface="Proxima Nova"/>
                <a:sym typeface="Proxima Nova"/>
              </a:rPr>
              <a:t>5 phút chạy 1 lần</a:t>
            </a:r>
            <a:endParaRPr i="1" sz="900">
              <a:latin typeface="Proxima Nova"/>
              <a:ea typeface="Proxima Nova"/>
              <a:cs typeface="Proxima Nova"/>
              <a:sym typeface="Proxima Nova"/>
            </a:endParaRPr>
          </a:p>
        </p:txBody>
      </p:sp>
      <p:cxnSp>
        <p:nvCxnSpPr>
          <p:cNvPr id="170" name="Google Shape;170;p31"/>
          <p:cNvCxnSpPr/>
          <p:nvPr/>
        </p:nvCxnSpPr>
        <p:spPr>
          <a:xfrm flipH="1" rot="-5400000">
            <a:off x="5787625" y="1948000"/>
            <a:ext cx="555000" cy="390600"/>
          </a:xfrm>
          <a:prstGeom prst="curvedConnector3">
            <a:avLst>
              <a:gd fmla="val 50000" name="adj1"/>
            </a:avLst>
          </a:prstGeom>
          <a:noFill/>
          <a:ln cap="flat" cmpd="sng" w="9525">
            <a:solidFill>
              <a:schemeClr val="dk2"/>
            </a:solidFill>
            <a:prstDash val="dash"/>
            <a:round/>
            <a:headEnd len="med" w="med" type="none"/>
            <a:tailEnd len="med" w="med" type="stealth"/>
          </a:ln>
        </p:spPr>
      </p:cxnSp>
      <p:sp>
        <p:nvSpPr>
          <p:cNvPr id="171" name="Google Shape;171;p31"/>
          <p:cNvSpPr txBox="1"/>
          <p:nvPr/>
        </p:nvSpPr>
        <p:spPr>
          <a:xfrm>
            <a:off x="7225100" y="4112425"/>
            <a:ext cx="783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latin typeface="Proxima Nova"/>
                <a:ea typeface="Proxima Nova"/>
                <a:cs typeface="Proxima Nova"/>
                <a:sym typeface="Proxima Nova"/>
              </a:rPr>
              <a:t>5 phút chạy 1 lần</a:t>
            </a:r>
            <a:endParaRPr i="1" sz="900">
              <a:latin typeface="Proxima Nova"/>
              <a:ea typeface="Proxima Nova"/>
              <a:cs typeface="Proxima Nova"/>
              <a:sym typeface="Proxima Nova"/>
            </a:endParaRPr>
          </a:p>
        </p:txBody>
      </p:sp>
      <p:cxnSp>
        <p:nvCxnSpPr>
          <p:cNvPr id="172" name="Google Shape;172;p31"/>
          <p:cNvCxnSpPr>
            <a:stCxn id="171" idx="0"/>
          </p:cNvCxnSpPr>
          <p:nvPr/>
        </p:nvCxnSpPr>
        <p:spPr>
          <a:xfrm flipH="1" rot="5400000">
            <a:off x="7312250" y="3808075"/>
            <a:ext cx="411300" cy="197400"/>
          </a:xfrm>
          <a:prstGeom prst="curvedConnector3">
            <a:avLst>
              <a:gd fmla="val 50000" name="adj1"/>
            </a:avLst>
          </a:prstGeom>
          <a:noFill/>
          <a:ln cap="flat" cmpd="sng" w="9525">
            <a:solidFill>
              <a:schemeClr val="dk2"/>
            </a:solidFill>
            <a:prstDash val="dash"/>
            <a:round/>
            <a:headEnd len="med" w="med" type="none"/>
            <a:tailEnd len="med" w="med" type="stealth"/>
          </a:ln>
        </p:spPr>
      </p:cxnSp>
      <p:sp>
        <p:nvSpPr>
          <p:cNvPr id="173" name="Google Shape;173;p31"/>
          <p:cNvSpPr txBox="1"/>
          <p:nvPr/>
        </p:nvSpPr>
        <p:spPr>
          <a:xfrm>
            <a:off x="5041925" y="187925"/>
            <a:ext cx="783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latin typeface="Proxima Nova"/>
                <a:ea typeface="Proxima Nova"/>
                <a:cs typeface="Proxima Nova"/>
                <a:sym typeface="Proxima Nova"/>
              </a:rPr>
              <a:t>Thẩm mỹ</a:t>
            </a:r>
            <a:endParaRPr i="1" sz="900">
              <a:latin typeface="Proxima Nova"/>
              <a:ea typeface="Proxima Nova"/>
              <a:cs typeface="Proxima Nova"/>
              <a:sym typeface="Proxima Nova"/>
            </a:endParaRPr>
          </a:p>
        </p:txBody>
      </p:sp>
      <p:cxnSp>
        <p:nvCxnSpPr>
          <p:cNvPr id="174" name="Google Shape;174;p31"/>
          <p:cNvCxnSpPr>
            <a:stCxn id="173" idx="1"/>
            <a:endCxn id="156" idx="0"/>
          </p:cNvCxnSpPr>
          <p:nvPr/>
        </p:nvCxnSpPr>
        <p:spPr>
          <a:xfrm flipH="1">
            <a:off x="4385825" y="349475"/>
            <a:ext cx="656100" cy="406800"/>
          </a:xfrm>
          <a:prstGeom prst="curvedConnector2">
            <a:avLst/>
          </a:prstGeom>
          <a:noFill/>
          <a:ln cap="flat" cmpd="sng" w="9525">
            <a:solidFill>
              <a:schemeClr val="dk2"/>
            </a:solidFill>
            <a:prstDash val="dash"/>
            <a:round/>
            <a:headEnd len="med" w="med" type="none"/>
            <a:tailEnd len="med" w="med" type="stealth"/>
          </a:ln>
        </p:spPr>
      </p:cxnSp>
      <p:sp>
        <p:nvSpPr>
          <p:cNvPr id="175" name="Google Shape;175;p31"/>
          <p:cNvSpPr txBox="1"/>
          <p:nvPr/>
        </p:nvSpPr>
        <p:spPr>
          <a:xfrm>
            <a:off x="3115225" y="4416250"/>
            <a:ext cx="3122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rgbClr val="FF0000"/>
                </a:solidFill>
                <a:latin typeface="Proxima Nova"/>
                <a:ea typeface="Proxima Nova"/>
                <a:cs typeface="Proxima Nova"/>
                <a:sym typeface="Proxima Nova"/>
              </a:rPr>
              <a:t>Mỗi khối trong này được chạy ở một terminal, như là một service độc lập</a:t>
            </a:r>
            <a:endParaRPr i="1" sz="1200">
              <a:solidFill>
                <a:srgbClr val="FF0000"/>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Các patterns cần thiết (Time-series data)</a:t>
            </a:r>
            <a:endParaRPr b="0">
              <a:latin typeface="Montserrat"/>
              <a:ea typeface="Montserrat"/>
              <a:cs typeface="Montserrat"/>
              <a:sym typeface="Montserrat"/>
            </a:endParaRPr>
          </a:p>
        </p:txBody>
      </p:sp>
      <p:sp>
        <p:nvSpPr>
          <p:cNvPr id="181" name="Google Shape;181;p32"/>
          <p:cNvSpPr txBox="1"/>
          <p:nvPr>
            <p:ph idx="1" type="body"/>
          </p:nvPr>
        </p:nvSpPr>
        <p:spPr>
          <a:xfrm>
            <a:off x="338150" y="1157775"/>
            <a:ext cx="8520600" cy="37782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1A1A1A"/>
              </a:buClr>
              <a:buSzPts val="1400"/>
              <a:buFont typeface="Arial"/>
              <a:buAutoNum type="arabicPeriod"/>
            </a:pPr>
            <a:r>
              <a:rPr lang="en" sz="1400">
                <a:solidFill>
                  <a:srgbClr val="1A1A1A"/>
                </a:solidFill>
                <a:latin typeface="Arial"/>
                <a:ea typeface="Arial"/>
                <a:cs typeface="Arial"/>
                <a:sym typeface="Arial"/>
              </a:rPr>
              <a:t>Vẽ dữ liệu theo thời gian (3 charts theo các quãng thời gian khác nhau: ngày, tuần, tháng).</a:t>
            </a:r>
            <a:endParaRPr sz="1400">
              <a:solidFill>
                <a:srgbClr val="1A1A1A"/>
              </a:solidFill>
              <a:latin typeface="Arial"/>
              <a:ea typeface="Arial"/>
              <a:cs typeface="Arial"/>
              <a:sym typeface="Arial"/>
            </a:endParaRPr>
          </a:p>
          <a:p>
            <a:pPr indent="-317500" lvl="1" marL="914400" rtl="0" algn="l">
              <a:lnSpc>
                <a:spcPct val="150000"/>
              </a:lnSpc>
              <a:spcBef>
                <a:spcPts val="0"/>
              </a:spcBef>
              <a:spcAft>
                <a:spcPts val="0"/>
              </a:spcAft>
              <a:buClr>
                <a:srgbClr val="1A1A1A"/>
              </a:buClr>
              <a:buSzPts val="1400"/>
              <a:buFont typeface="Arial"/>
              <a:buAutoNum type="alphaLcPeriod"/>
            </a:pPr>
            <a:r>
              <a:rPr lang="en">
                <a:solidFill>
                  <a:srgbClr val="1A1A1A"/>
                </a:solidFill>
                <a:latin typeface="Arial"/>
                <a:ea typeface="Arial"/>
                <a:cs typeface="Arial"/>
                <a:sym typeface="Arial"/>
              </a:rPr>
              <a:t>Line chart</a:t>
            </a:r>
            <a:endParaRPr>
              <a:solidFill>
                <a:srgbClr val="1A1A1A"/>
              </a:solidFill>
              <a:latin typeface="Arial"/>
              <a:ea typeface="Arial"/>
              <a:cs typeface="Arial"/>
              <a:sym typeface="Arial"/>
            </a:endParaRPr>
          </a:p>
          <a:p>
            <a:pPr indent="-317500" lvl="1" marL="914400" rtl="0" algn="l">
              <a:lnSpc>
                <a:spcPct val="150000"/>
              </a:lnSpc>
              <a:spcBef>
                <a:spcPts val="0"/>
              </a:spcBef>
              <a:spcAft>
                <a:spcPts val="0"/>
              </a:spcAft>
              <a:buClr>
                <a:srgbClr val="1A1A1A"/>
              </a:buClr>
              <a:buSzPts val="1400"/>
              <a:buFont typeface="Arial"/>
              <a:buAutoNum type="alphaLcPeriod"/>
            </a:pPr>
            <a:r>
              <a:rPr lang="en">
                <a:solidFill>
                  <a:srgbClr val="1A1A1A"/>
                </a:solidFill>
                <a:latin typeface="Arial"/>
                <a:ea typeface="Arial"/>
                <a:cs typeface="Arial"/>
                <a:sym typeface="Arial"/>
              </a:rPr>
              <a:t>Scatter</a:t>
            </a:r>
            <a:endParaRPr>
              <a:solidFill>
                <a:srgbClr val="1A1A1A"/>
              </a:solidFill>
              <a:latin typeface="Arial"/>
              <a:ea typeface="Arial"/>
              <a:cs typeface="Arial"/>
              <a:sym typeface="Arial"/>
            </a:endParaRPr>
          </a:p>
          <a:p>
            <a:pPr indent="-317500" lvl="1" marL="914400" rtl="0" algn="l">
              <a:lnSpc>
                <a:spcPct val="150000"/>
              </a:lnSpc>
              <a:spcBef>
                <a:spcPts val="0"/>
              </a:spcBef>
              <a:spcAft>
                <a:spcPts val="0"/>
              </a:spcAft>
              <a:buClr>
                <a:srgbClr val="1A1A1A"/>
              </a:buClr>
              <a:buSzPts val="1400"/>
              <a:buFont typeface="Arial"/>
              <a:buAutoNum type="alphaLcPeriod"/>
            </a:pPr>
            <a:r>
              <a:rPr lang="en">
                <a:solidFill>
                  <a:srgbClr val="1A1A1A"/>
                </a:solidFill>
                <a:latin typeface="Arial"/>
                <a:ea typeface="Arial"/>
                <a:cs typeface="Arial"/>
                <a:sym typeface="Arial"/>
              </a:rPr>
              <a:t>Histogram</a:t>
            </a:r>
            <a:endParaRPr>
              <a:solidFill>
                <a:srgbClr val="1A1A1A"/>
              </a:solidFill>
              <a:latin typeface="Arial"/>
              <a:ea typeface="Arial"/>
              <a:cs typeface="Arial"/>
              <a:sym typeface="Arial"/>
            </a:endParaRPr>
          </a:p>
          <a:p>
            <a:pPr indent="-317500" lvl="0" marL="457200" rtl="0" algn="l">
              <a:lnSpc>
                <a:spcPct val="150000"/>
              </a:lnSpc>
              <a:spcBef>
                <a:spcPts val="0"/>
              </a:spcBef>
              <a:spcAft>
                <a:spcPts val="0"/>
              </a:spcAft>
              <a:buClr>
                <a:srgbClr val="1A1A1A"/>
              </a:buClr>
              <a:buSzPts val="1400"/>
              <a:buFont typeface="Arial"/>
              <a:buAutoNum type="arabicPeriod"/>
            </a:pPr>
            <a:r>
              <a:rPr lang="en" sz="1400">
                <a:solidFill>
                  <a:srgbClr val="1A1A1A"/>
                </a:solidFill>
                <a:latin typeface="Arial"/>
                <a:ea typeface="Arial"/>
                <a:cs typeface="Arial"/>
                <a:sym typeface="Arial"/>
              </a:rPr>
              <a:t>Vẽ trend của dữ liệu khi đã re-sampling về tháng (Nếu dữ liệu ít thì là Tuần).</a:t>
            </a:r>
            <a:endParaRPr sz="1400">
              <a:solidFill>
                <a:srgbClr val="1A1A1A"/>
              </a:solidFill>
              <a:latin typeface="Arial"/>
              <a:ea typeface="Arial"/>
              <a:cs typeface="Arial"/>
              <a:sym typeface="Arial"/>
            </a:endParaRPr>
          </a:p>
          <a:p>
            <a:pPr indent="-317500" lvl="0" marL="457200" rtl="0" algn="l">
              <a:lnSpc>
                <a:spcPct val="150000"/>
              </a:lnSpc>
              <a:spcBef>
                <a:spcPts val="0"/>
              </a:spcBef>
              <a:spcAft>
                <a:spcPts val="0"/>
              </a:spcAft>
              <a:buClr>
                <a:srgbClr val="1A1A1A"/>
              </a:buClr>
              <a:buSzPts val="1400"/>
              <a:buFont typeface="Arial"/>
              <a:buAutoNum type="arabicPeriod"/>
            </a:pPr>
            <a:r>
              <a:rPr lang="en" sz="1400">
                <a:solidFill>
                  <a:srgbClr val="1A1A1A"/>
                </a:solidFill>
                <a:latin typeface="Arial"/>
                <a:ea typeface="Arial"/>
                <a:cs typeface="Arial"/>
                <a:sym typeface="Arial"/>
              </a:rPr>
              <a:t>Vẽ seasonal line của dữ liệu </a:t>
            </a:r>
            <a:r>
              <a:rPr lang="en" sz="1400">
                <a:solidFill>
                  <a:srgbClr val="1A1A1A"/>
                </a:solidFill>
                <a:latin typeface="Arial"/>
                <a:ea typeface="Arial"/>
                <a:cs typeface="Arial"/>
                <a:sym typeface="Arial"/>
              </a:rPr>
              <a:t>re-sampling về tháng (Nếu dữ liệu ít thì là Tuần).</a:t>
            </a:r>
            <a:endParaRPr sz="1400">
              <a:solidFill>
                <a:srgbClr val="1A1A1A"/>
              </a:solidFill>
              <a:latin typeface="Arial"/>
              <a:ea typeface="Arial"/>
              <a:cs typeface="Arial"/>
              <a:sym typeface="Arial"/>
            </a:endParaRPr>
          </a:p>
          <a:p>
            <a:pPr indent="-317500" lvl="0" marL="457200" rtl="0" algn="l">
              <a:lnSpc>
                <a:spcPct val="150000"/>
              </a:lnSpc>
              <a:spcBef>
                <a:spcPts val="0"/>
              </a:spcBef>
              <a:spcAft>
                <a:spcPts val="0"/>
              </a:spcAft>
              <a:buClr>
                <a:srgbClr val="1A1A1A"/>
              </a:buClr>
              <a:buSzPts val="1400"/>
              <a:buFont typeface="Arial"/>
              <a:buAutoNum type="arabicPeriod"/>
            </a:pPr>
            <a:r>
              <a:rPr lang="en" sz="1400">
                <a:solidFill>
                  <a:srgbClr val="1A1A1A"/>
                </a:solidFill>
                <a:latin typeface="Arial"/>
                <a:ea typeface="Arial"/>
                <a:cs typeface="Arial"/>
                <a:sym typeface="Arial"/>
              </a:rPr>
              <a:t>Vẽ ma trận correlation giữa các biến.</a:t>
            </a:r>
            <a:endParaRPr sz="1400">
              <a:solidFill>
                <a:srgbClr val="1A1A1A"/>
              </a:solidFill>
              <a:latin typeface="Arial"/>
              <a:ea typeface="Arial"/>
              <a:cs typeface="Arial"/>
              <a:sym typeface="Arial"/>
            </a:endParaRPr>
          </a:p>
          <a:p>
            <a:pPr indent="-317500" lvl="0" marL="457200" rtl="0" algn="l">
              <a:lnSpc>
                <a:spcPct val="150000"/>
              </a:lnSpc>
              <a:spcBef>
                <a:spcPts val="0"/>
              </a:spcBef>
              <a:spcAft>
                <a:spcPts val="0"/>
              </a:spcAft>
              <a:buClr>
                <a:srgbClr val="1A1A1A"/>
              </a:buClr>
              <a:buSzPts val="1400"/>
              <a:buFont typeface="Arial"/>
              <a:buAutoNum type="arabicPeriod"/>
            </a:pPr>
            <a:r>
              <a:rPr lang="en" sz="1400">
                <a:solidFill>
                  <a:srgbClr val="1A1A1A"/>
                </a:solidFill>
                <a:latin typeface="Arial"/>
                <a:ea typeface="Arial"/>
                <a:cs typeface="Arial"/>
                <a:sym typeface="Arial"/>
              </a:rPr>
              <a:t>Hiển thị một dự đoán cho ngày mai (ví dụ: nhiệt độ)</a:t>
            </a:r>
            <a:endParaRPr sz="1400">
              <a:solidFill>
                <a:srgbClr val="1A1A1A"/>
              </a:solidFill>
              <a:latin typeface="Arial"/>
              <a:ea typeface="Arial"/>
              <a:cs typeface="Arial"/>
              <a:sym typeface="Arial"/>
            </a:endParaRPr>
          </a:p>
          <a:p>
            <a:pPr indent="-317500" lvl="0" marL="457200" rtl="0" algn="l">
              <a:lnSpc>
                <a:spcPct val="150000"/>
              </a:lnSpc>
              <a:spcBef>
                <a:spcPts val="0"/>
              </a:spcBef>
              <a:spcAft>
                <a:spcPts val="0"/>
              </a:spcAft>
              <a:buClr>
                <a:srgbClr val="1A1A1A"/>
              </a:buClr>
              <a:buSzPts val="1400"/>
              <a:buFont typeface="Arial"/>
              <a:buAutoNum type="arabicPeriod"/>
            </a:pPr>
            <a:r>
              <a:rPr lang="en" sz="1400">
                <a:solidFill>
                  <a:srgbClr val="1A1A1A"/>
                </a:solidFill>
                <a:latin typeface="Arial"/>
                <a:ea typeface="Arial"/>
                <a:cs typeface="Arial"/>
                <a:sym typeface="Arial"/>
              </a:rPr>
              <a:t>Hiển thị một phân loại cho ngày mai (ví dụ: tình trạng thời tiết, nhu cầu tải (cao, thấp))</a:t>
            </a:r>
            <a:endParaRPr sz="1400">
              <a:solidFill>
                <a:srgbClr val="1A1A1A"/>
              </a:solidFill>
              <a:latin typeface="Arial"/>
              <a:ea typeface="Arial"/>
              <a:cs typeface="Arial"/>
              <a:sym typeface="Arial"/>
            </a:endParaRPr>
          </a:p>
          <a:p>
            <a:pPr indent="0" lvl="0" marL="0" rtl="0" algn="l">
              <a:lnSpc>
                <a:spcPct val="150000"/>
              </a:lnSpc>
              <a:spcBef>
                <a:spcPts val="1600"/>
              </a:spcBef>
              <a:spcAft>
                <a:spcPts val="1600"/>
              </a:spcAft>
              <a:buNone/>
            </a:pPr>
            <a:r>
              <a:t/>
            </a:r>
            <a:endParaRPr sz="1400">
              <a:solidFill>
                <a:srgbClr val="1A1A1A"/>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title"/>
          </p:nvPr>
        </p:nvSpPr>
        <p:spPr>
          <a:xfrm>
            <a:off x="311700" y="143400"/>
            <a:ext cx="5325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Sản phẩm mong muốn</a:t>
            </a:r>
            <a:endParaRPr b="0">
              <a:latin typeface="Montserrat"/>
              <a:ea typeface="Montserrat"/>
              <a:cs typeface="Montserrat"/>
              <a:sym typeface="Montserrat"/>
            </a:endParaRPr>
          </a:p>
        </p:txBody>
      </p:sp>
      <p:sp>
        <p:nvSpPr>
          <p:cNvPr id="187" name="Google Shape;187;p33"/>
          <p:cNvSpPr txBox="1"/>
          <p:nvPr>
            <p:ph idx="1" type="body"/>
          </p:nvPr>
        </p:nvSpPr>
        <p:spPr>
          <a:xfrm>
            <a:off x="112275" y="919225"/>
            <a:ext cx="88371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Giao diện web:</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Hiển thị đầy đủ hoặc hơn các patterns đã liệt kê ở trên</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Có tính thẩm mỹ cao</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Hệ thống:</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Hoạt động đúng chức năng</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Chia ra từng module/micro-services</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Cập nhật theo thời gian</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Báo cáo:</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Báo cáo sạch đẹp rõ ràng</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Đầy đủ thông tin</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Hiểu được hệ thống, hỏi đáp -&gt; trả lời được</a:t>
            </a:r>
            <a:endParaRPr sz="1200">
              <a:solidFill>
                <a:srgbClr val="1A1A1A"/>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type="title"/>
          </p:nvPr>
        </p:nvSpPr>
        <p:spPr>
          <a:xfrm>
            <a:off x="311700" y="143400"/>
            <a:ext cx="7213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Các bước thực hiện trong buổi Demo</a:t>
            </a:r>
            <a:endParaRPr/>
          </a:p>
          <a:p>
            <a:pPr indent="0" lvl="0" marL="0" rtl="0" algn="l">
              <a:lnSpc>
                <a:spcPct val="100000"/>
              </a:lnSpc>
              <a:spcBef>
                <a:spcPts val="0"/>
              </a:spcBef>
              <a:spcAft>
                <a:spcPts val="0"/>
              </a:spcAft>
              <a:buSzPts val="2600"/>
              <a:buNone/>
            </a:pPr>
            <a:r>
              <a:t/>
            </a:r>
            <a:endParaRPr/>
          </a:p>
        </p:txBody>
      </p:sp>
      <p:sp>
        <p:nvSpPr>
          <p:cNvPr id="193" name="Google Shape;193;p34"/>
          <p:cNvSpPr txBox="1"/>
          <p:nvPr>
            <p:ph idx="1" type="body"/>
          </p:nvPr>
        </p:nvSpPr>
        <p:spPr>
          <a:xfrm>
            <a:off x="112275" y="919225"/>
            <a:ext cx="88371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Mở web -&gt; hiển thị chart, bật F12 check API</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Xóa dữ liệu các pattern trong DB bằng tay</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Mở lại web để thấy lỗi</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Mở các API của các Backend services và nhấn run (các AI model đã build sẵn, ko train lại) -&gt; mở lại DB để thấy dữ liệu đã xử lý</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Mở lại web</a:t>
            </a:r>
            <a:endParaRPr sz="1200">
              <a:solidFill>
                <a:srgbClr val="1A1A1A"/>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143400"/>
            <a:ext cx="7213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Chấm điểm</a:t>
            </a:r>
            <a:endParaRPr/>
          </a:p>
          <a:p>
            <a:pPr indent="0" lvl="0" marL="0" rtl="0" algn="l">
              <a:lnSpc>
                <a:spcPct val="100000"/>
              </a:lnSpc>
              <a:spcBef>
                <a:spcPts val="0"/>
              </a:spcBef>
              <a:spcAft>
                <a:spcPts val="0"/>
              </a:spcAft>
              <a:buSzPts val="2600"/>
              <a:buNone/>
            </a:pPr>
            <a:r>
              <a:t/>
            </a:r>
            <a:endParaRPr/>
          </a:p>
        </p:txBody>
      </p:sp>
      <p:sp>
        <p:nvSpPr>
          <p:cNvPr id="199" name="Google Shape;199;p35"/>
          <p:cNvSpPr txBox="1"/>
          <p:nvPr>
            <p:ph idx="1" type="body"/>
          </p:nvPr>
        </p:nvSpPr>
        <p:spPr>
          <a:xfrm>
            <a:off x="112275" y="919225"/>
            <a:ext cx="88371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Hệ thống thiết kế giống như slide 1: 3 điểm</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Đủ patterns: 3 điểm (với điều kiện phải có xử lý và load từ API)</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UI đẹp mắt</a:t>
            </a:r>
            <a:r>
              <a:rPr lang="en" sz="1200">
                <a:solidFill>
                  <a:srgbClr val="1A1A1A"/>
                </a:solidFill>
                <a:latin typeface="Arial"/>
                <a:ea typeface="Arial"/>
                <a:cs typeface="Arial"/>
                <a:sym typeface="Arial"/>
              </a:rPr>
              <a:t>: 1 điểm</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Slide trình bày: 1 điểm</a:t>
            </a:r>
            <a:endParaRPr sz="1200">
              <a:solidFill>
                <a:srgbClr val="1A1A1A"/>
              </a:solidFill>
              <a:latin typeface="Arial"/>
              <a:ea typeface="Arial"/>
              <a:cs typeface="Arial"/>
              <a:sym typeface="Arial"/>
            </a:endParaRPr>
          </a:p>
          <a:p>
            <a:pPr indent="0" lvl="0" marL="0" rtl="0" algn="l">
              <a:lnSpc>
                <a:spcPct val="150000"/>
              </a:lnSpc>
              <a:spcBef>
                <a:spcPts val="1600"/>
              </a:spcBef>
              <a:spcAft>
                <a:spcPts val="0"/>
              </a:spcAft>
              <a:buNone/>
            </a:pPr>
            <a:r>
              <a:rPr b="1" lang="en" sz="1200">
                <a:solidFill>
                  <a:srgbClr val="1A1A1A"/>
                </a:solidFill>
                <a:latin typeface="Arial"/>
                <a:ea typeface="Arial"/>
                <a:cs typeface="Arial"/>
                <a:sym typeface="Arial"/>
              </a:rPr>
              <a:t>Điểm cộng (2 điểm):</a:t>
            </a:r>
            <a:endParaRPr b="1"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Char char="-"/>
            </a:pPr>
            <a:r>
              <a:rPr lang="en" sz="1200">
                <a:solidFill>
                  <a:srgbClr val="1A1A1A"/>
                </a:solidFill>
                <a:latin typeface="Arial"/>
                <a:ea typeface="Arial"/>
                <a:cs typeface="Arial"/>
                <a:sym typeface="Arial"/>
              </a:rPr>
              <a:t>Docker</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Char char="-"/>
            </a:pPr>
            <a:r>
              <a:rPr lang="en" sz="1200">
                <a:solidFill>
                  <a:srgbClr val="1A1A1A"/>
                </a:solidFill>
                <a:latin typeface="Arial"/>
                <a:ea typeface="Arial"/>
                <a:cs typeface="Arial"/>
                <a:sym typeface="Arial"/>
              </a:rPr>
              <a:t>Tổ chức code tốt</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Char char="-"/>
            </a:pPr>
            <a:r>
              <a:rPr lang="en" sz="1200">
                <a:solidFill>
                  <a:srgbClr val="1A1A1A"/>
                </a:solidFill>
                <a:latin typeface="Arial"/>
                <a:ea typeface="Arial"/>
                <a:cs typeface="Arial"/>
                <a:sym typeface="Arial"/>
              </a:rPr>
              <a:t>Deploy lên cloud: AWS:EC2+Lambda+PostgreSQL. (Azure: VM+Function+Containerapps+Azure PostgreSQL)</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Char char="-"/>
            </a:pPr>
            <a:r>
              <a:rPr lang="en" sz="1200">
                <a:solidFill>
                  <a:srgbClr val="1A1A1A"/>
                </a:solidFill>
                <a:latin typeface="Arial"/>
                <a:ea typeface="Arial"/>
                <a:cs typeface="Arial"/>
                <a:sym typeface="Arial"/>
              </a:rPr>
              <a:t>Chart có khả năng zoom và filter</a:t>
            </a:r>
            <a:endParaRPr sz="1200">
              <a:solidFill>
                <a:srgbClr val="1A1A1A"/>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idx="4294967295" type="title"/>
          </p:nvPr>
        </p:nvSpPr>
        <p:spPr>
          <a:xfrm>
            <a:off x="311700" y="709050"/>
            <a:ext cx="3890100" cy="37254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sz="3200"/>
              <a:t>Any questions </a:t>
            </a:r>
            <a:r>
              <a:rPr lang="en" sz="3200"/>
              <a:t>?</a:t>
            </a:r>
            <a:endParaRPr sz="3600"/>
          </a:p>
        </p:txBody>
      </p:sp>
      <p:pic>
        <p:nvPicPr>
          <p:cNvPr id="205" name="Google Shape;205;p36"/>
          <p:cNvPicPr preferRelativeResize="0"/>
          <p:nvPr/>
        </p:nvPicPr>
        <p:blipFill rotWithShape="1">
          <a:blip r:embed="rId3">
            <a:alphaModFix/>
          </a:blip>
          <a:srcRect b="0" l="0" r="37826" t="0"/>
          <a:stretch/>
        </p:blipFill>
        <p:spPr>
          <a:xfrm>
            <a:off x="4548455" y="0"/>
            <a:ext cx="459555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Các patterns cần thiết (Text)</a:t>
            </a:r>
            <a:endParaRPr b="0">
              <a:latin typeface="Montserrat"/>
              <a:ea typeface="Montserrat"/>
              <a:cs typeface="Montserrat"/>
              <a:sym typeface="Montserrat"/>
            </a:endParaRPr>
          </a:p>
        </p:txBody>
      </p:sp>
      <p:sp>
        <p:nvSpPr>
          <p:cNvPr id="211" name="Google Shape;211;p37"/>
          <p:cNvSpPr txBox="1"/>
          <p:nvPr>
            <p:ph idx="1" type="body"/>
          </p:nvPr>
        </p:nvSpPr>
        <p:spPr>
          <a:xfrm>
            <a:off x="338150" y="1157775"/>
            <a:ext cx="8520600" cy="38481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Clr>
                <a:srgbClr val="1A1A1A"/>
              </a:buClr>
              <a:buSzPts val="1100"/>
              <a:buFont typeface="Arial"/>
              <a:buAutoNum type="arabicPeriod"/>
            </a:pPr>
            <a:r>
              <a:rPr lang="en" sz="1100">
                <a:solidFill>
                  <a:srgbClr val="1A1A1A"/>
                </a:solidFill>
                <a:latin typeface="Arial"/>
                <a:ea typeface="Arial"/>
                <a:cs typeface="Arial"/>
                <a:sym typeface="Arial"/>
              </a:rPr>
              <a:t>Số bảng tin theo thời gian (tổng, và các category được phân bởi nhà xuất bảng vào 1 chart).</a:t>
            </a:r>
            <a:endParaRPr sz="1100">
              <a:solidFill>
                <a:srgbClr val="1A1A1A"/>
              </a:solidFill>
              <a:latin typeface="Arial"/>
              <a:ea typeface="Arial"/>
              <a:cs typeface="Arial"/>
              <a:sym typeface="Arial"/>
            </a:endParaRPr>
          </a:p>
          <a:p>
            <a:pPr indent="-298450" lvl="0" marL="457200" rtl="0" algn="l">
              <a:lnSpc>
                <a:spcPct val="150000"/>
              </a:lnSpc>
              <a:spcBef>
                <a:spcPts val="0"/>
              </a:spcBef>
              <a:spcAft>
                <a:spcPts val="0"/>
              </a:spcAft>
              <a:buClr>
                <a:srgbClr val="1A1A1A"/>
              </a:buClr>
              <a:buSzPts val="1100"/>
              <a:buFont typeface="Arial"/>
              <a:buAutoNum type="arabicPeriod"/>
            </a:pPr>
            <a:r>
              <a:rPr lang="en" sz="1100">
                <a:solidFill>
                  <a:srgbClr val="1A1A1A"/>
                </a:solidFill>
                <a:latin typeface="Arial"/>
                <a:ea typeface="Arial"/>
                <a:cs typeface="Arial"/>
                <a:sym typeface="Arial"/>
              </a:rPr>
              <a:t>Trích xuất từ khóa ‘</a:t>
            </a:r>
            <a:r>
              <a:rPr i="1" lang="en" sz="1100">
                <a:solidFill>
                  <a:srgbClr val="1A1A1A"/>
                </a:solidFill>
                <a:latin typeface="Arial"/>
                <a:ea typeface="Arial"/>
                <a:cs typeface="Arial"/>
                <a:sym typeface="Arial"/>
              </a:rPr>
              <a:t>quan trọng’</a:t>
            </a:r>
            <a:r>
              <a:rPr lang="en" sz="1100">
                <a:solidFill>
                  <a:srgbClr val="1A1A1A"/>
                </a:solidFill>
                <a:latin typeface="Arial"/>
                <a:ea typeface="Arial"/>
                <a:cs typeface="Arial"/>
                <a:sym typeface="Arial"/>
              </a:rPr>
              <a:t> và vẽ số lượt được nhắc đến trong các bảng tin gần đây.</a:t>
            </a:r>
            <a:endParaRPr sz="1100">
              <a:solidFill>
                <a:srgbClr val="1A1A1A"/>
              </a:solidFill>
              <a:latin typeface="Arial"/>
              <a:ea typeface="Arial"/>
              <a:cs typeface="Arial"/>
              <a:sym typeface="Arial"/>
            </a:endParaRPr>
          </a:p>
          <a:p>
            <a:pPr indent="-298450" lvl="0" marL="457200" rtl="0" algn="l">
              <a:lnSpc>
                <a:spcPct val="150000"/>
              </a:lnSpc>
              <a:spcBef>
                <a:spcPts val="0"/>
              </a:spcBef>
              <a:spcAft>
                <a:spcPts val="0"/>
              </a:spcAft>
              <a:buClr>
                <a:srgbClr val="1A1A1A"/>
              </a:buClr>
              <a:buSzPts val="1100"/>
              <a:buFont typeface="Arial"/>
              <a:buAutoNum type="arabicPeriod"/>
            </a:pPr>
            <a:r>
              <a:rPr lang="en" sz="1100">
                <a:solidFill>
                  <a:srgbClr val="1A1A1A"/>
                </a:solidFill>
                <a:latin typeface="Arial"/>
                <a:ea typeface="Arial"/>
                <a:cs typeface="Arial"/>
                <a:sym typeface="Arial"/>
              </a:rPr>
              <a:t>Số lượt xem/reaction theo thời gian của các từ khóa </a:t>
            </a:r>
            <a:r>
              <a:rPr lang="en" sz="1100">
                <a:solidFill>
                  <a:srgbClr val="1A1A1A"/>
                </a:solidFill>
                <a:latin typeface="Arial"/>
                <a:ea typeface="Arial"/>
                <a:cs typeface="Arial"/>
                <a:sym typeface="Arial"/>
              </a:rPr>
              <a:t>top ‘</a:t>
            </a:r>
            <a:r>
              <a:rPr i="1" lang="en" sz="1100">
                <a:solidFill>
                  <a:srgbClr val="1A1A1A"/>
                </a:solidFill>
                <a:latin typeface="Arial"/>
                <a:ea typeface="Arial"/>
                <a:cs typeface="Arial"/>
                <a:sym typeface="Arial"/>
              </a:rPr>
              <a:t>quan trọng’</a:t>
            </a:r>
            <a:r>
              <a:rPr lang="en" sz="1100">
                <a:solidFill>
                  <a:srgbClr val="1A1A1A"/>
                </a:solidFill>
                <a:latin typeface="Arial"/>
                <a:ea typeface="Arial"/>
                <a:cs typeface="Arial"/>
                <a:sym typeface="Arial"/>
              </a:rPr>
              <a:t> </a:t>
            </a:r>
            <a:endParaRPr sz="1100">
              <a:solidFill>
                <a:srgbClr val="1A1A1A"/>
              </a:solidFill>
              <a:latin typeface="Arial"/>
              <a:ea typeface="Arial"/>
              <a:cs typeface="Arial"/>
              <a:sym typeface="Arial"/>
            </a:endParaRPr>
          </a:p>
          <a:p>
            <a:pPr indent="-298450" lvl="0" marL="457200" rtl="0" algn="l">
              <a:lnSpc>
                <a:spcPct val="150000"/>
              </a:lnSpc>
              <a:spcBef>
                <a:spcPts val="0"/>
              </a:spcBef>
              <a:spcAft>
                <a:spcPts val="0"/>
              </a:spcAft>
              <a:buClr>
                <a:srgbClr val="1A1A1A"/>
              </a:buClr>
              <a:buSzPts val="1100"/>
              <a:buFont typeface="Arial"/>
              <a:buAutoNum type="arabicPeriod"/>
            </a:pPr>
            <a:r>
              <a:rPr lang="en" sz="1100">
                <a:solidFill>
                  <a:srgbClr val="1A1A1A"/>
                </a:solidFill>
                <a:latin typeface="Arial"/>
                <a:ea typeface="Arial"/>
                <a:cs typeface="Arial"/>
                <a:sym typeface="Arial"/>
              </a:rPr>
              <a:t>Trích xuất từ khóa </a:t>
            </a:r>
            <a:r>
              <a:rPr lang="en" sz="1100">
                <a:solidFill>
                  <a:srgbClr val="1A1A1A"/>
                </a:solidFill>
                <a:latin typeface="Arial"/>
                <a:ea typeface="Arial"/>
                <a:cs typeface="Arial"/>
                <a:sym typeface="Arial"/>
              </a:rPr>
              <a:t>‘</a:t>
            </a:r>
            <a:r>
              <a:rPr i="1" lang="en" sz="1100">
                <a:solidFill>
                  <a:srgbClr val="1A1A1A"/>
                </a:solidFill>
                <a:latin typeface="Arial"/>
                <a:ea typeface="Arial"/>
                <a:cs typeface="Arial"/>
                <a:sym typeface="Arial"/>
              </a:rPr>
              <a:t>quan trọng’</a:t>
            </a:r>
            <a:r>
              <a:rPr lang="en" sz="1100">
                <a:solidFill>
                  <a:srgbClr val="1A1A1A"/>
                </a:solidFill>
                <a:latin typeface="Arial"/>
                <a:ea typeface="Arial"/>
                <a:cs typeface="Arial"/>
                <a:sym typeface="Arial"/>
              </a:rPr>
              <a:t>  </a:t>
            </a:r>
            <a:r>
              <a:rPr lang="en" sz="1100">
                <a:solidFill>
                  <a:srgbClr val="1A1A1A"/>
                </a:solidFill>
                <a:latin typeface="Arial"/>
                <a:ea typeface="Arial"/>
                <a:cs typeface="Arial"/>
                <a:sym typeface="Arial"/>
              </a:rPr>
              <a:t>và vẽ mối liên hệ giữa các từ khóa đó.</a:t>
            </a:r>
            <a:endParaRPr sz="1100">
              <a:solidFill>
                <a:srgbClr val="1A1A1A"/>
              </a:solidFill>
              <a:latin typeface="Arial"/>
              <a:ea typeface="Arial"/>
              <a:cs typeface="Arial"/>
              <a:sym typeface="Arial"/>
            </a:endParaRPr>
          </a:p>
          <a:p>
            <a:pPr indent="-298450" lvl="0" marL="457200" rtl="0" algn="l">
              <a:lnSpc>
                <a:spcPct val="150000"/>
              </a:lnSpc>
              <a:spcBef>
                <a:spcPts val="0"/>
              </a:spcBef>
              <a:spcAft>
                <a:spcPts val="0"/>
              </a:spcAft>
              <a:buClr>
                <a:srgbClr val="1A1A1A"/>
              </a:buClr>
              <a:buSzPts val="1100"/>
              <a:buFont typeface="Arial"/>
              <a:buAutoNum type="arabicPeriod"/>
            </a:pPr>
            <a:r>
              <a:rPr lang="en" sz="1100">
                <a:solidFill>
                  <a:srgbClr val="1A1A1A"/>
                </a:solidFill>
                <a:latin typeface="Arial"/>
                <a:ea typeface="Arial"/>
                <a:cs typeface="Arial"/>
                <a:sym typeface="Arial"/>
              </a:rPr>
              <a:t>Correlation matrix giữa các biến (lượt xem, chủ đề, từ khóa, salary, YoE, Skills…).</a:t>
            </a:r>
            <a:endParaRPr sz="1100">
              <a:solidFill>
                <a:srgbClr val="1A1A1A"/>
              </a:solidFill>
              <a:latin typeface="Arial"/>
              <a:ea typeface="Arial"/>
              <a:cs typeface="Arial"/>
              <a:sym typeface="Arial"/>
            </a:endParaRPr>
          </a:p>
          <a:p>
            <a:pPr indent="-298450" lvl="0" marL="457200" rtl="0" algn="l">
              <a:lnSpc>
                <a:spcPct val="150000"/>
              </a:lnSpc>
              <a:spcBef>
                <a:spcPts val="0"/>
              </a:spcBef>
              <a:spcAft>
                <a:spcPts val="0"/>
              </a:spcAft>
              <a:buClr>
                <a:srgbClr val="1A1A1A"/>
              </a:buClr>
              <a:buSzPts val="1100"/>
              <a:buFont typeface="Arial"/>
              <a:buAutoNum type="arabicPeriod"/>
            </a:pPr>
            <a:r>
              <a:rPr lang="en" sz="1100">
                <a:solidFill>
                  <a:srgbClr val="1A1A1A"/>
                </a:solidFill>
                <a:latin typeface="Arial"/>
                <a:ea typeface="Arial"/>
                <a:cs typeface="Arial"/>
                <a:sym typeface="Arial"/>
              </a:rPr>
              <a:t>Đối với clustering, vẽ các chart với các gợi ý bên dưới:</a:t>
            </a:r>
            <a:endParaRPr sz="1100">
              <a:solidFill>
                <a:srgbClr val="1A1A1A"/>
              </a:solidFill>
              <a:latin typeface="Arial"/>
              <a:ea typeface="Arial"/>
              <a:cs typeface="Arial"/>
              <a:sym typeface="Arial"/>
            </a:endParaRPr>
          </a:p>
          <a:p>
            <a:pPr indent="-298450" lvl="1" marL="914400" rtl="0" algn="l">
              <a:lnSpc>
                <a:spcPct val="150000"/>
              </a:lnSpc>
              <a:spcBef>
                <a:spcPts val="0"/>
              </a:spcBef>
              <a:spcAft>
                <a:spcPts val="0"/>
              </a:spcAft>
              <a:buClr>
                <a:srgbClr val="1A1A1A"/>
              </a:buClr>
              <a:buSzPts val="1100"/>
              <a:buFont typeface="Arial"/>
              <a:buAutoNum type="alphaLcPeriod"/>
            </a:pPr>
            <a:r>
              <a:rPr lang="en" sz="1100">
                <a:solidFill>
                  <a:srgbClr val="1A1A1A"/>
                </a:solidFill>
                <a:latin typeface="Arial"/>
                <a:ea typeface="Arial"/>
                <a:cs typeface="Arial"/>
                <a:sym typeface="Arial"/>
              </a:rPr>
              <a:t>Tin tuyển dụng: Clustering các công ty (Công ty tuyển dụng mức lương cao, công ty hay tuyển fresher, công ty hay tuyển nhiều năm kinh nghiệm, công ty nói tiếng anh, công ty JP....)</a:t>
            </a:r>
            <a:endParaRPr sz="1100">
              <a:solidFill>
                <a:srgbClr val="1A1A1A"/>
              </a:solidFill>
              <a:latin typeface="Arial"/>
              <a:ea typeface="Arial"/>
              <a:cs typeface="Arial"/>
              <a:sym typeface="Arial"/>
            </a:endParaRPr>
          </a:p>
          <a:p>
            <a:pPr indent="-298450" lvl="1" marL="914400" rtl="0" algn="l">
              <a:lnSpc>
                <a:spcPct val="150000"/>
              </a:lnSpc>
              <a:spcBef>
                <a:spcPts val="0"/>
              </a:spcBef>
              <a:spcAft>
                <a:spcPts val="0"/>
              </a:spcAft>
              <a:buClr>
                <a:srgbClr val="1A1A1A"/>
              </a:buClr>
              <a:buSzPts val="1100"/>
              <a:buFont typeface="Arial"/>
              <a:buAutoNum type="alphaLcPeriod"/>
            </a:pPr>
            <a:r>
              <a:rPr lang="en" sz="1100">
                <a:solidFill>
                  <a:srgbClr val="1A1A1A"/>
                </a:solidFill>
                <a:latin typeface="Arial"/>
                <a:ea typeface="Arial"/>
                <a:cs typeface="Arial"/>
                <a:sym typeface="Arial"/>
              </a:rPr>
              <a:t>News: trích xuất keywords từ các bài báo. Kèm theo số lượng người xem và react, chúng ta có thể clustering được, nhóm keywords nào thu hút người xem nhóm nào thu hút thấp.</a:t>
            </a:r>
            <a:endParaRPr sz="1100">
              <a:solidFill>
                <a:srgbClr val="1A1A1A"/>
              </a:solidFill>
              <a:latin typeface="Arial"/>
              <a:ea typeface="Arial"/>
              <a:cs typeface="Arial"/>
              <a:sym typeface="Arial"/>
            </a:endParaRPr>
          </a:p>
          <a:p>
            <a:pPr indent="-298450" lvl="0" marL="457200" rtl="0" algn="l">
              <a:lnSpc>
                <a:spcPct val="150000"/>
              </a:lnSpc>
              <a:spcBef>
                <a:spcPts val="0"/>
              </a:spcBef>
              <a:spcAft>
                <a:spcPts val="0"/>
              </a:spcAft>
              <a:buClr>
                <a:srgbClr val="1A1A1A"/>
              </a:buClr>
              <a:buSzPts val="1100"/>
              <a:buFont typeface="Arial"/>
              <a:buAutoNum type="arabicPeriod"/>
            </a:pPr>
            <a:r>
              <a:rPr lang="en" sz="1100">
                <a:solidFill>
                  <a:srgbClr val="1A1A1A"/>
                </a:solidFill>
                <a:latin typeface="Arial"/>
                <a:ea typeface="Arial"/>
                <a:cs typeface="Arial"/>
                <a:sym typeface="Arial"/>
              </a:rPr>
              <a:t>Phân loại các bảng tin nào là tiêu cực hoặc tích cực đến lĩnh vực nào với mức độ bao nhiêu trong thang đo từ 1 đến 5 với một số </a:t>
            </a:r>
            <a:r>
              <a:rPr lang="en" sz="1100">
                <a:solidFill>
                  <a:srgbClr val="1A1A1A"/>
                </a:solidFill>
                <a:latin typeface="Arial"/>
                <a:ea typeface="Arial"/>
                <a:cs typeface="Arial"/>
                <a:sym typeface="Arial"/>
              </a:rPr>
              <a:t>category </a:t>
            </a:r>
            <a:r>
              <a:rPr lang="en" sz="1100">
                <a:solidFill>
                  <a:srgbClr val="1A1A1A"/>
                </a:solidFill>
                <a:latin typeface="Arial"/>
                <a:ea typeface="Arial"/>
                <a:cs typeface="Arial"/>
                <a:sym typeface="Arial"/>
              </a:rPr>
              <a:t> nhất định -&gt; Vẽ biểu đồ thể hiện tổng điểm tích cực và tiêu cực với </a:t>
            </a:r>
            <a:r>
              <a:rPr lang="en" sz="1100">
                <a:solidFill>
                  <a:srgbClr val="1A1A1A"/>
                </a:solidFill>
                <a:latin typeface="Arial"/>
                <a:ea typeface="Arial"/>
                <a:cs typeface="Arial"/>
                <a:sym typeface="Arial"/>
              </a:rPr>
              <a:t>category đó.</a:t>
            </a:r>
            <a:endParaRPr sz="1100">
              <a:solidFill>
                <a:srgbClr val="1A1A1A"/>
              </a:solidFill>
              <a:latin typeface="Arial"/>
              <a:ea typeface="Arial"/>
              <a:cs typeface="Arial"/>
              <a:sym typeface="Arial"/>
            </a:endParaRPr>
          </a:p>
          <a:p>
            <a:pPr indent="0" lvl="0" marL="0" rtl="0" algn="l">
              <a:lnSpc>
                <a:spcPct val="150000"/>
              </a:lnSpc>
              <a:spcBef>
                <a:spcPts val="1600"/>
              </a:spcBef>
              <a:spcAft>
                <a:spcPts val="1600"/>
              </a:spcAft>
              <a:buNone/>
            </a:pPr>
            <a:r>
              <a:rPr lang="en" sz="1100">
                <a:solidFill>
                  <a:srgbClr val="FF0000"/>
                </a:solidFill>
                <a:latin typeface="Arial"/>
                <a:ea typeface="Arial"/>
                <a:cs typeface="Arial"/>
                <a:sym typeface="Arial"/>
              </a:rPr>
              <a:t>News (nếu không có lượt xem) </a:t>
            </a:r>
            <a:r>
              <a:rPr lang="en" sz="1100">
                <a:solidFill>
                  <a:srgbClr val="1A1A1A"/>
                </a:solidFill>
                <a:latin typeface="Arial"/>
                <a:ea typeface="Arial"/>
                <a:cs typeface="Arial"/>
                <a:sym typeface="Arial"/>
              </a:rPr>
              <a:t>-&gt; hãy thay lượt xem bằng số lần nhắc lại trong bài báo</a:t>
            </a:r>
            <a:endParaRPr sz="1100">
              <a:solidFill>
                <a:srgbClr val="1A1A1A"/>
              </a:solidFill>
              <a:latin typeface="Arial"/>
              <a:ea typeface="Arial"/>
              <a:cs typeface="Arial"/>
              <a:sym typeface="Arial"/>
            </a:endParaRPr>
          </a:p>
        </p:txBody>
      </p:sp>
      <p:pic>
        <p:nvPicPr>
          <p:cNvPr id="212" name="Google Shape;212;p37"/>
          <p:cNvPicPr preferRelativeResize="0"/>
          <p:nvPr/>
        </p:nvPicPr>
        <p:blipFill>
          <a:blip r:embed="rId3">
            <a:alphaModFix/>
          </a:blip>
          <a:stretch>
            <a:fillRect/>
          </a:stretch>
        </p:blipFill>
        <p:spPr>
          <a:xfrm>
            <a:off x="7028350" y="1213525"/>
            <a:ext cx="2028000" cy="1575104"/>
          </a:xfrm>
          <a:prstGeom prst="rect">
            <a:avLst/>
          </a:prstGeom>
          <a:noFill/>
          <a:ln>
            <a:noFill/>
          </a:ln>
        </p:spPr>
      </p:pic>
      <p:cxnSp>
        <p:nvCxnSpPr>
          <p:cNvPr id="213" name="Google Shape;213;p37"/>
          <p:cNvCxnSpPr>
            <a:endCxn id="212" idx="1"/>
          </p:cNvCxnSpPr>
          <p:nvPr/>
        </p:nvCxnSpPr>
        <p:spPr>
          <a:xfrm flipH="1" rot="10800000">
            <a:off x="5630350" y="2001077"/>
            <a:ext cx="1398000" cy="165600"/>
          </a:xfrm>
          <a:prstGeom prst="straightConnector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8"/>
          <p:cNvSpPr txBox="1"/>
          <p:nvPr>
            <p:ph type="title"/>
          </p:nvPr>
        </p:nvSpPr>
        <p:spPr>
          <a:xfrm>
            <a:off x="311700" y="143400"/>
            <a:ext cx="5325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Nội dung báo cáo</a:t>
            </a:r>
            <a:endParaRPr b="0">
              <a:latin typeface="Montserrat"/>
              <a:ea typeface="Montserrat"/>
              <a:cs typeface="Montserrat"/>
              <a:sym typeface="Montserrat"/>
            </a:endParaRPr>
          </a:p>
        </p:txBody>
      </p:sp>
      <p:sp>
        <p:nvSpPr>
          <p:cNvPr id="219" name="Google Shape;219;p38"/>
          <p:cNvSpPr txBox="1"/>
          <p:nvPr>
            <p:ph idx="1" type="body"/>
          </p:nvPr>
        </p:nvSpPr>
        <p:spPr>
          <a:xfrm>
            <a:off x="112275" y="919225"/>
            <a:ext cx="8837100" cy="39933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Demo chương trình:</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Xóa hết Container</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Chạy docker-compose</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Các pattern được hiển thị đầy đủ</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Có cập nhập theo thời gian</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In báo cáo và nộp:</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Giao diện chương trình</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Sơ đồ khối chức năng:</a:t>
            </a:r>
            <a:endParaRPr sz="1200">
              <a:solidFill>
                <a:srgbClr val="1A1A1A"/>
              </a:solidFill>
              <a:latin typeface="Arial"/>
              <a:ea typeface="Arial"/>
              <a:cs typeface="Arial"/>
              <a:sym typeface="Arial"/>
            </a:endParaRPr>
          </a:p>
          <a:p>
            <a:pPr indent="-304800" lvl="2" marL="1371600" rtl="0" algn="l">
              <a:lnSpc>
                <a:spcPct val="150000"/>
              </a:lnSpc>
              <a:spcBef>
                <a:spcPts val="0"/>
              </a:spcBef>
              <a:spcAft>
                <a:spcPts val="0"/>
              </a:spcAft>
              <a:buClr>
                <a:srgbClr val="1A1A1A"/>
              </a:buClr>
              <a:buSzPts val="1200"/>
              <a:buFont typeface="Arial"/>
              <a:buAutoNum type="romanLcPeriod"/>
            </a:pPr>
            <a:r>
              <a:rPr lang="en" sz="1200">
                <a:solidFill>
                  <a:srgbClr val="1A1A1A"/>
                </a:solidFill>
                <a:latin typeface="Arial"/>
                <a:ea typeface="Arial"/>
                <a:cs typeface="Arial"/>
                <a:sym typeface="Arial"/>
              </a:rPr>
              <a:t>Miêu tả chức năng từng khối</a:t>
            </a:r>
            <a:endParaRPr sz="1200">
              <a:solidFill>
                <a:srgbClr val="1A1A1A"/>
              </a:solidFill>
              <a:latin typeface="Arial"/>
              <a:ea typeface="Arial"/>
              <a:cs typeface="Arial"/>
              <a:sym typeface="Arial"/>
            </a:endParaRPr>
          </a:p>
          <a:p>
            <a:pPr indent="-304800" lvl="2" marL="1371600" rtl="0" algn="l">
              <a:lnSpc>
                <a:spcPct val="150000"/>
              </a:lnSpc>
              <a:spcBef>
                <a:spcPts val="0"/>
              </a:spcBef>
              <a:spcAft>
                <a:spcPts val="0"/>
              </a:spcAft>
              <a:buClr>
                <a:srgbClr val="1A1A1A"/>
              </a:buClr>
              <a:buSzPts val="1200"/>
              <a:buFont typeface="Arial"/>
              <a:buAutoNum type="romanLcPeriod"/>
            </a:pPr>
            <a:r>
              <a:rPr lang="en" sz="1200">
                <a:solidFill>
                  <a:srgbClr val="1A1A1A"/>
                </a:solidFill>
                <a:latin typeface="Arial"/>
                <a:ea typeface="Arial"/>
                <a:cs typeface="Arial"/>
                <a:sym typeface="Arial"/>
              </a:rPr>
              <a:t>Sơ đồ network</a:t>
            </a:r>
            <a:endParaRPr sz="1200">
              <a:solidFill>
                <a:srgbClr val="1A1A1A"/>
              </a:solidFill>
              <a:latin typeface="Arial"/>
              <a:ea typeface="Arial"/>
              <a:cs typeface="Arial"/>
              <a:sym typeface="Arial"/>
            </a:endParaRPr>
          </a:p>
          <a:p>
            <a:pPr indent="-304800" lvl="2" marL="1371600" rtl="0" algn="l">
              <a:lnSpc>
                <a:spcPct val="150000"/>
              </a:lnSpc>
              <a:spcBef>
                <a:spcPts val="0"/>
              </a:spcBef>
              <a:spcAft>
                <a:spcPts val="0"/>
              </a:spcAft>
              <a:buClr>
                <a:srgbClr val="1A1A1A"/>
              </a:buClr>
              <a:buSzPts val="1200"/>
              <a:buFont typeface="Arial"/>
              <a:buAutoNum type="romanLcPeriod"/>
            </a:pPr>
            <a:r>
              <a:rPr lang="en" sz="1200">
                <a:solidFill>
                  <a:srgbClr val="1A1A1A"/>
                </a:solidFill>
                <a:latin typeface="Arial"/>
                <a:ea typeface="Arial"/>
                <a:cs typeface="Arial"/>
                <a:sym typeface="Arial"/>
              </a:rPr>
              <a:t>Thông tin configuration của hệ thống (bao lâu cập nhật 1 lần, thời gian training, khoảng thời gian cần thiết của dữ liệu để đưa ra prediction, đã training bao nhiêu dữ liệu, khi nào training được bắt đầu lại…)</a:t>
            </a:r>
            <a:endParaRPr sz="1200">
              <a:solidFill>
                <a:srgbClr val="1A1A1A"/>
              </a:solidFill>
              <a:latin typeface="Arial"/>
              <a:ea typeface="Arial"/>
              <a:cs typeface="Arial"/>
              <a:sym typeface="Arial"/>
            </a:endParaRPr>
          </a:p>
          <a:p>
            <a:pPr indent="-304800" lvl="2" marL="1371600" rtl="0" algn="l">
              <a:lnSpc>
                <a:spcPct val="150000"/>
              </a:lnSpc>
              <a:spcBef>
                <a:spcPts val="0"/>
              </a:spcBef>
              <a:spcAft>
                <a:spcPts val="0"/>
              </a:spcAft>
              <a:buClr>
                <a:srgbClr val="1A1A1A"/>
              </a:buClr>
              <a:buSzPts val="1200"/>
              <a:buFont typeface="Arial"/>
              <a:buAutoNum type="romanLcPeriod"/>
            </a:pPr>
            <a:r>
              <a:rPr lang="en" sz="1200">
                <a:solidFill>
                  <a:srgbClr val="1A1A1A"/>
                </a:solidFill>
                <a:latin typeface="Arial"/>
                <a:ea typeface="Arial"/>
                <a:cs typeface="Arial"/>
                <a:sym typeface="Arial"/>
              </a:rPr>
              <a:t>Mô tả các thuật toán được sử dụng trong hệ thống (Clustering, Prediction, Classification)</a:t>
            </a:r>
            <a:endParaRPr sz="1200">
              <a:solidFill>
                <a:srgbClr val="1A1A1A"/>
              </a:solidFill>
              <a:latin typeface="Arial"/>
              <a:ea typeface="Arial"/>
              <a:cs typeface="Arial"/>
              <a:sym typeface="Arial"/>
            </a:endParaRPr>
          </a:p>
          <a:p>
            <a:pPr indent="-304800" lvl="1" marL="914400" rtl="0" algn="l">
              <a:lnSpc>
                <a:spcPct val="150000"/>
              </a:lnSpc>
              <a:spcBef>
                <a:spcPts val="0"/>
              </a:spcBef>
              <a:spcAft>
                <a:spcPts val="0"/>
              </a:spcAft>
              <a:buClr>
                <a:srgbClr val="1A1A1A"/>
              </a:buClr>
              <a:buSzPts val="1200"/>
              <a:buFont typeface="Arial"/>
              <a:buAutoNum type="alphaLcPeriod"/>
            </a:pPr>
            <a:r>
              <a:rPr lang="en" sz="1200">
                <a:solidFill>
                  <a:srgbClr val="1A1A1A"/>
                </a:solidFill>
                <a:latin typeface="Arial"/>
                <a:ea typeface="Arial"/>
                <a:cs typeface="Arial"/>
                <a:sym typeface="Arial"/>
              </a:rPr>
              <a:t>In source code.</a:t>
            </a:r>
            <a:endParaRPr sz="1200">
              <a:solidFill>
                <a:srgbClr val="1A1A1A"/>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9"/>
          <p:cNvSpPr txBox="1"/>
          <p:nvPr>
            <p:ph type="title"/>
          </p:nvPr>
        </p:nvSpPr>
        <p:spPr>
          <a:xfrm>
            <a:off x="311700" y="143400"/>
            <a:ext cx="7213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Các bước thực hiện trong buổi Demo</a:t>
            </a:r>
            <a:endParaRPr/>
          </a:p>
          <a:p>
            <a:pPr indent="0" lvl="0" marL="0" rtl="0" algn="l">
              <a:lnSpc>
                <a:spcPct val="100000"/>
              </a:lnSpc>
              <a:spcBef>
                <a:spcPts val="0"/>
              </a:spcBef>
              <a:spcAft>
                <a:spcPts val="0"/>
              </a:spcAft>
              <a:buSzPts val="2600"/>
              <a:buNone/>
            </a:pPr>
            <a:r>
              <a:t/>
            </a:r>
            <a:endParaRPr/>
          </a:p>
        </p:txBody>
      </p:sp>
      <p:sp>
        <p:nvSpPr>
          <p:cNvPr id="225" name="Google Shape;225;p39"/>
          <p:cNvSpPr txBox="1"/>
          <p:nvPr>
            <p:ph idx="1" type="body"/>
          </p:nvPr>
        </p:nvSpPr>
        <p:spPr>
          <a:xfrm>
            <a:off x="112275" y="919225"/>
            <a:ext cx="88371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Show hình xóa hết container</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Chạy docker compose up</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Mở web -&gt; hiển thị chart, bật F12 check API</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Xóa dữ liệu các pattern trong DB bằng tay</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Mở lại web để thấy lỗi</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Mở các API của các Backend services và nhấn run (các AI model đã build sẵn, ko train lại) -&gt; mở lại DB để thấy dữ liệu đã xử lý</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Mở lại web</a:t>
            </a:r>
            <a:endParaRPr sz="1200">
              <a:solidFill>
                <a:srgbClr val="1A1A1A"/>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ph type="title"/>
          </p:nvPr>
        </p:nvSpPr>
        <p:spPr>
          <a:xfrm>
            <a:off x="311700" y="143400"/>
            <a:ext cx="7213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Chấm điểm</a:t>
            </a:r>
            <a:endParaRPr/>
          </a:p>
          <a:p>
            <a:pPr indent="0" lvl="0" marL="0" rtl="0" algn="l">
              <a:lnSpc>
                <a:spcPct val="100000"/>
              </a:lnSpc>
              <a:spcBef>
                <a:spcPts val="0"/>
              </a:spcBef>
              <a:spcAft>
                <a:spcPts val="0"/>
              </a:spcAft>
              <a:buSzPts val="2600"/>
              <a:buNone/>
            </a:pPr>
            <a:r>
              <a:t/>
            </a:r>
            <a:endParaRPr/>
          </a:p>
        </p:txBody>
      </p:sp>
      <p:sp>
        <p:nvSpPr>
          <p:cNvPr id="231" name="Google Shape;231;p40"/>
          <p:cNvSpPr txBox="1"/>
          <p:nvPr>
            <p:ph idx="1" type="body"/>
          </p:nvPr>
        </p:nvSpPr>
        <p:spPr>
          <a:xfrm>
            <a:off x="112275" y="919225"/>
            <a:ext cx="8837100" cy="34164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Hệ thống thiết kế giống như slide 1: 3 điểm</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Đủ patterns: 3 điểm (với điều kiện phải có xử lý và load từ API)</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Web đẹp: 1 điểm</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Docker: 1 điểm</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Slide trình bày: 1 điểm</a:t>
            </a:r>
            <a:endParaRPr sz="1200">
              <a:solidFill>
                <a:srgbClr val="1A1A1A"/>
              </a:solidFill>
              <a:latin typeface="Arial"/>
              <a:ea typeface="Arial"/>
              <a:cs typeface="Arial"/>
              <a:sym typeface="Arial"/>
            </a:endParaRPr>
          </a:p>
          <a:p>
            <a:pPr indent="-304800" lvl="0" marL="457200" rtl="0" algn="l">
              <a:lnSpc>
                <a:spcPct val="150000"/>
              </a:lnSpc>
              <a:spcBef>
                <a:spcPts val="0"/>
              </a:spcBef>
              <a:spcAft>
                <a:spcPts val="0"/>
              </a:spcAft>
              <a:buClr>
                <a:srgbClr val="1A1A1A"/>
              </a:buClr>
              <a:buSzPts val="1200"/>
              <a:buFont typeface="Arial"/>
              <a:buAutoNum type="arabicPeriod"/>
            </a:pPr>
            <a:r>
              <a:rPr lang="en" sz="1200">
                <a:solidFill>
                  <a:srgbClr val="1A1A1A"/>
                </a:solidFill>
                <a:latin typeface="Arial"/>
                <a:ea typeface="Arial"/>
                <a:cs typeface="Arial"/>
                <a:sym typeface="Arial"/>
              </a:rPr>
              <a:t>Cấu trúc source code: 1 điểm</a:t>
            </a:r>
            <a:endParaRPr sz="1200">
              <a:solidFill>
                <a:srgbClr val="1A1A1A"/>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