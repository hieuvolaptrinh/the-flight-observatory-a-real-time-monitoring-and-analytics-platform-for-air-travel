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Tahoma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Tahoma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19" Type="http://schemas.openxmlformats.org/officeDocument/2006/relationships/font" Target="fonts/ProximaNova-boldItalic.fntdata"/><Relationship Id="rId18" Type="http://schemas.openxmlformats.org/officeDocument/2006/relationships/font" Target="fonts/ProximaNov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7cc33e0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f97cc33e0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97cc33e0f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f97cc33e0f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a857abe9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fa857abe9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a857abe9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fa857abe9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a857abe9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fa857abe9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a857abe9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fa857abe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a857abe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a857abe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550895" y="727900"/>
            <a:ext cx="8568693" cy="30197"/>
            <a:chOff x="347370" y="459206"/>
            <a:chExt cx="5403037" cy="19050"/>
          </a:xfrm>
        </p:grpSpPr>
        <p:sp>
          <p:nvSpPr>
            <p:cNvPr id="52" name="Google Shape;52;p13"/>
            <p:cNvSpPr/>
            <p:nvPr/>
          </p:nvSpPr>
          <p:spPr>
            <a:xfrm>
              <a:off x="2154059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27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27" y="19024"/>
                  </a:lnTo>
                  <a:lnTo>
                    <a:pt x="1798027" y="0"/>
                  </a:lnTo>
                  <a:close/>
                </a:path>
              </a:pathLst>
            </a:custGeom>
            <a:solidFill>
              <a:srgbClr val="1D31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952087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40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40" y="19024"/>
                  </a:lnTo>
                  <a:lnTo>
                    <a:pt x="1798040" y="0"/>
                  </a:lnTo>
                  <a:close/>
                </a:path>
              </a:pathLst>
            </a:custGeom>
            <a:solidFill>
              <a:srgbClr val="F172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47370" y="459206"/>
              <a:ext cx="1807210" cy="19050"/>
            </a:xfrm>
            <a:custGeom>
              <a:rect b="b" l="l" r="r" t="t"/>
              <a:pathLst>
                <a:path extrusionOk="0" h="19050" w="1807210">
                  <a:moveTo>
                    <a:pt x="1806689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806689" y="19024"/>
                  </a:lnTo>
                  <a:lnTo>
                    <a:pt x="1806689" y="0"/>
                  </a:lnTo>
                  <a:close/>
                </a:path>
              </a:pathLst>
            </a:custGeom>
            <a:solidFill>
              <a:srgbClr val="C0C4CA">
                <a:alpha val="8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0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04799" y="971550"/>
            <a:ext cx="838200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0" y="97155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4572000" y="297180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11279" y="0"/>
            <a:ext cx="9119831" cy="5136454"/>
          </a:xfrm>
          <a:custGeom>
            <a:rect b="b" l="l" r="r" t="t"/>
            <a:pathLst>
              <a:path extrusionOk="0" h="3240405" w="5750560">
                <a:moveTo>
                  <a:pt x="5750179" y="0"/>
                </a:moveTo>
                <a:lnTo>
                  <a:pt x="0" y="0"/>
                </a:lnTo>
                <a:lnTo>
                  <a:pt x="0" y="3239998"/>
                </a:lnTo>
                <a:lnTo>
                  <a:pt x="5750179" y="3239998"/>
                </a:lnTo>
                <a:lnTo>
                  <a:pt x="5750179" y="0"/>
                </a:lnTo>
                <a:close/>
              </a:path>
            </a:pathLst>
          </a:custGeom>
          <a:solidFill>
            <a:srgbClr val="1D31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060802" y="4420692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5664" y="4420671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172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19" y="4420692"/>
            <a:ext cx="3050348" cy="45295"/>
          </a:xfrm>
          <a:custGeom>
            <a:rect b="b" l="l" r="r" t="t"/>
            <a:pathLst>
              <a:path extrusionOk="0" h="28575" w="1923414">
                <a:moveTo>
                  <a:pt x="1922868" y="0"/>
                </a:moveTo>
                <a:lnTo>
                  <a:pt x="0" y="0"/>
                </a:lnTo>
                <a:lnTo>
                  <a:pt x="0" y="28181"/>
                </a:lnTo>
                <a:lnTo>
                  <a:pt x="1922868" y="28181"/>
                </a:lnTo>
                <a:lnTo>
                  <a:pt x="1922868" y="0"/>
                </a:lnTo>
                <a:close/>
              </a:path>
            </a:pathLst>
          </a:custGeom>
          <a:solidFill>
            <a:srgbClr val="C0C4CA">
              <a:alpha val="8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24964" y="3566706"/>
            <a:ext cx="8094070" cy="61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08960" y="4783454"/>
            <a:ext cx="292608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4"/>
            <a:ext cx="210312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38" name="Google Shape;138;p30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ctrTitle"/>
          </p:nvPr>
        </p:nvSpPr>
        <p:spPr>
          <a:xfrm>
            <a:off x="-58950" y="1316925"/>
            <a:ext cx="92619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Tuần 5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Change Data Capture</a:t>
            </a:r>
            <a:endParaRPr sz="4400"/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TS. Phạm Tuấn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510450" y="4370775"/>
            <a:ext cx="21225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ptuan@ute.udn.vn</a:t>
            </a:r>
            <a:endParaRPr sz="1800"/>
          </a:p>
        </p:txBody>
      </p:sp>
      <p:cxnSp>
        <p:nvCxnSpPr>
          <p:cNvPr id="142" name="Google Shape;142;p30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Điều kiện tiền đề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Để làm được bài final cuối cùng, các bạn cần có các điều kiện tiền đề sau: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Anaconda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Setup environment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Quyền truy cập dữ liệu (</a:t>
            </a: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API key,...)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Thiết kế hệ thống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>
            <a:off x="311700" y="1152475"/>
            <a:ext cx="852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chúng ta thiết kế ở bài học này sẽ trông giống như sau: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75" y="2153700"/>
            <a:ext cx="1343525" cy="7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/>
          <p:nvPr/>
        </p:nvSpPr>
        <p:spPr>
          <a:xfrm>
            <a:off x="1989675" y="2211950"/>
            <a:ext cx="1534500" cy="53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 Ingestion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7" name="Google Shape;157;p32"/>
          <p:cNvCxnSpPr>
            <a:stCxn id="156" idx="1"/>
          </p:cNvCxnSpPr>
          <p:nvPr/>
        </p:nvCxnSpPr>
        <p:spPr>
          <a:xfrm flipH="1">
            <a:off x="1116375" y="2481800"/>
            <a:ext cx="8733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32"/>
          <p:cNvCxnSpPr>
            <a:stCxn id="156" idx="3"/>
            <a:endCxn id="159" idx="1"/>
          </p:cNvCxnSpPr>
          <p:nvPr/>
        </p:nvCxnSpPr>
        <p:spPr>
          <a:xfrm>
            <a:off x="3524175" y="2481800"/>
            <a:ext cx="7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32"/>
          <p:cNvSpPr/>
          <p:nvPr/>
        </p:nvSpPr>
        <p:spPr>
          <a:xfrm>
            <a:off x="4259775" y="1928750"/>
            <a:ext cx="3016200" cy="110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Database API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4738" y="2108300"/>
            <a:ext cx="1448182" cy="75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Tổng thể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>
            <a:off x="311700" y="1152475"/>
            <a:ext cx="8520600" cy="3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Về mặt tổng quát chúng ta sẽ thực hiện từng bước như sau: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Chắc chắn rằng em đã có thể lấy được dữ liệu từ Data source mà tụi em đã chọn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Xác định Dashboard có những thành phần chính là gì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Xác định dữ liệu cần lấy là gì để phục vụ cho Dashboard ở trên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folder cho dự án và xây dựng một folder structure logic cho dự án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Sau khi xong tắt cả những bước trên, ta sẽ build lần lượt từng thành phần.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3">
            <a:alphaModFix/>
          </a:blip>
          <a:srcRect b="18320" l="17299" r="29490" t="13755"/>
          <a:stretch/>
        </p:blipFill>
        <p:spPr>
          <a:xfrm>
            <a:off x="6910900" y="1116500"/>
            <a:ext cx="1550475" cy="2137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Xây dựng Data Ingestion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311700" y="1152475"/>
            <a:ext cx="85206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Chúng ta xây dựng data ingestion với các bước như sau: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Chắc chắn chúng ta có API key, hoặc quyền truy cập vào dữ liệu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sample của dữ liệu, và kiểm tra kiểu của từng loại dữ liệu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hàm </a:t>
            </a:r>
            <a:r>
              <a:rPr i="1" lang="en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get_raw_data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dữ liệu lấy về sẽ ở dạng Dictionary. </a:t>
            </a: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(Có try và except)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Chúng ta có thể để nguyên dữ liệu đó lưu vào DB nếu dùng MongoDB hoặc chúng ta phải làm phẳng nó nếu dùng MySQL.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Chuyển dữ liệu sang Dataframe (ví dụ chúng ta sẽ dùng MySQL)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Dừng ở đây để xây dựng DB và chúng ta quay lại thực hiện tiếp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hàm </a:t>
            </a:r>
            <a:r>
              <a:rPr i="1" lang="en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insert_to_db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 import dữ liệu vào DB. (call API đã làm ở slide số 7)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vòng lặp vô tận để thực hiện 2 hàm trên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thời gian start và end vào một file log để ghi nhớ khoảng thời gian đã lấy dữ liệu.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hàm __main__ để test lại code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dockerfile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dockerfile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Xây dựng MySQL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11700" y="1152475"/>
            <a:ext cx="85206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Chúng ta xây dựng MySQL với các bước như sau: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Xác định schema của 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file init.sql (bao gồm tạo db và table)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Arial"/>
              <a:buChar char="-"/>
            </a:pPr>
            <a:r>
              <a:rPr i="1" lang="en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Lưu ý datetime có thể là unique</a:t>
            </a:r>
            <a:endParaRPr i="1"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dockerfile để config MySQL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Xây dựng Database API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1152475"/>
            <a:ext cx="85206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Chúng ta xây dựng Database API với các bước như sau: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API insert dữ liệu.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self check MySQL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dockfile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docker-compose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ý: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 trình start các service như sau: MySQL -&gt; Database API -&gt; Data ingestion (depend 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private network cho các service có thể kết nối với nhau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200"/>
              <a:t>Any questions </a:t>
            </a:r>
            <a:r>
              <a:rPr lang="en" sz="3200"/>
              <a:t>?</a:t>
            </a:r>
            <a:endParaRPr sz="3600"/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Lỗi khi cài đặt Docker</a:t>
            </a:r>
            <a:endParaRPr sz="2400"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11700" y="1396375"/>
            <a:ext cx="33810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Nếu em bị lỗi Hyper-V is not enable in BIOS thì làm theo như sau:</a:t>
            </a:r>
            <a:endParaRPr sz="1400"/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850" y="191550"/>
            <a:ext cx="4260300" cy="47603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