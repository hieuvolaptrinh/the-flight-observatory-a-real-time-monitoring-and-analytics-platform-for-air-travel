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Tahoma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ProximaNov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7cc33e0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f97cc33e0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13b75901d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013b75901d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e36418a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0e36418a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13b75901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013b75901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13b75901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013b75901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13b75901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013b75901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550895" y="727900"/>
            <a:ext cx="8568693" cy="30197"/>
            <a:chOff x="347370" y="459206"/>
            <a:chExt cx="5403037" cy="19050"/>
          </a:xfrm>
        </p:grpSpPr>
        <p:sp>
          <p:nvSpPr>
            <p:cNvPr id="52" name="Google Shape;52;p13"/>
            <p:cNvSpPr/>
            <p:nvPr/>
          </p:nvSpPr>
          <p:spPr>
            <a:xfrm>
              <a:off x="2154059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27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27" y="19024"/>
                  </a:lnTo>
                  <a:lnTo>
                    <a:pt x="1798027" y="0"/>
                  </a:lnTo>
                  <a:close/>
                </a:path>
              </a:pathLst>
            </a:custGeom>
            <a:solidFill>
              <a:srgbClr val="1D31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952087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40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40" y="19024"/>
                  </a:lnTo>
                  <a:lnTo>
                    <a:pt x="1798040" y="0"/>
                  </a:lnTo>
                  <a:close/>
                </a:path>
              </a:pathLst>
            </a:custGeom>
            <a:solidFill>
              <a:srgbClr val="F172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47370" y="459206"/>
              <a:ext cx="1807210" cy="19050"/>
            </a:xfrm>
            <a:custGeom>
              <a:rect b="b" l="l" r="r" t="t"/>
              <a:pathLst>
                <a:path extrusionOk="0" h="19050" w="1807210">
                  <a:moveTo>
                    <a:pt x="1806689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806689" y="19024"/>
                  </a:lnTo>
                  <a:lnTo>
                    <a:pt x="1806689" y="0"/>
                  </a:lnTo>
                  <a:close/>
                </a:path>
              </a:pathLst>
            </a:custGeom>
            <a:solidFill>
              <a:srgbClr val="C0C4CA">
                <a:alpha val="8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0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04799" y="971550"/>
            <a:ext cx="838200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0" y="97155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4572000" y="297180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11279" y="0"/>
            <a:ext cx="9119831" cy="5136454"/>
          </a:xfrm>
          <a:custGeom>
            <a:rect b="b" l="l" r="r" t="t"/>
            <a:pathLst>
              <a:path extrusionOk="0" h="3240405" w="5750560">
                <a:moveTo>
                  <a:pt x="5750179" y="0"/>
                </a:moveTo>
                <a:lnTo>
                  <a:pt x="0" y="0"/>
                </a:lnTo>
                <a:lnTo>
                  <a:pt x="0" y="3239998"/>
                </a:lnTo>
                <a:lnTo>
                  <a:pt x="5750179" y="3239998"/>
                </a:lnTo>
                <a:lnTo>
                  <a:pt x="5750179" y="0"/>
                </a:lnTo>
                <a:close/>
              </a:path>
            </a:pathLst>
          </a:custGeom>
          <a:solidFill>
            <a:srgbClr val="1D31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060802" y="4420692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5664" y="4420671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172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19" y="4420692"/>
            <a:ext cx="3050348" cy="45295"/>
          </a:xfrm>
          <a:custGeom>
            <a:rect b="b" l="l" r="r" t="t"/>
            <a:pathLst>
              <a:path extrusionOk="0" h="28575" w="1923414">
                <a:moveTo>
                  <a:pt x="1922868" y="0"/>
                </a:moveTo>
                <a:lnTo>
                  <a:pt x="0" y="0"/>
                </a:lnTo>
                <a:lnTo>
                  <a:pt x="0" y="28181"/>
                </a:lnTo>
                <a:lnTo>
                  <a:pt x="1922868" y="28181"/>
                </a:lnTo>
                <a:lnTo>
                  <a:pt x="1922868" y="0"/>
                </a:lnTo>
                <a:close/>
              </a:path>
            </a:pathLst>
          </a:custGeom>
          <a:solidFill>
            <a:srgbClr val="C0C4CA">
              <a:alpha val="8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24964" y="3566706"/>
            <a:ext cx="8094070" cy="61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08960" y="4783454"/>
            <a:ext cx="292608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4"/>
            <a:ext cx="210312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38" name="Google Shape;138;p30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ctrTitle"/>
          </p:nvPr>
        </p:nvSpPr>
        <p:spPr>
          <a:xfrm>
            <a:off x="-58950" y="1316925"/>
            <a:ext cx="92619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Tuần 7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Phân tích dữ liệu</a:t>
            </a:r>
            <a:endParaRPr sz="4400"/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TS. Phạm Tuấn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510450" y="4370775"/>
            <a:ext cx="21225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ptuan@ute.udn.vn</a:t>
            </a:r>
            <a:endParaRPr sz="1800"/>
          </a:p>
        </p:txBody>
      </p:sp>
      <p:cxnSp>
        <p:nvCxnSpPr>
          <p:cNvPr id="142" name="Google Shape;142;p30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Chuẩn bị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Chúng ta download dữ liệu tại đây để thực hiện bài học hôm nay: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https://fortmcmurray.weatherstats.ca/download.html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371" y="1694746"/>
            <a:ext cx="2610050" cy="287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tích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38150" y="1157775"/>
            <a:ext cx="359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Vẽ các cột dữ liệu có kiểu dữ liệu là số lên cùng một hình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50" y="89725"/>
            <a:ext cx="4749250" cy="465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tích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338150" y="1157775"/>
            <a:ext cx="464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Từ hình vẽ trên,em hãy chọn những biến có điểm tương quan đến nhiệt độ và vẽ histogram distribution của chúng.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575" y="1157777"/>
            <a:ext cx="4347675" cy="3177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tích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169050" y="1109800"/>
            <a:ext cx="8805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Chuyển Unixtime về dạng date_time, rồi resampling nhiệt độ về month với cách tính là median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425" y="1940100"/>
            <a:ext cx="7999876" cy="29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tích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338150" y="1157775"/>
            <a:ext cx="85206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Tính seasonal, trend, Resid của nhiệt độ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825" y="1658800"/>
            <a:ext cx="4373093" cy="32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tích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Encode những dữ liệu str.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Sau đó tính correlation của dữ liệu trên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200"/>
              <a:t>Any questions </a:t>
            </a:r>
            <a:r>
              <a:rPr lang="en" sz="3200"/>
              <a:t>?</a:t>
            </a:r>
            <a:endParaRPr sz="3600"/>
          </a:p>
        </p:txBody>
      </p:sp>
      <p:pic>
        <p:nvPicPr>
          <p:cNvPr id="189" name="Google Shape;189;p37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