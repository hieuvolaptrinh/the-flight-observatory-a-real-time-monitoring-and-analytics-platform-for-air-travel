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5" r:id="rId4"/>
    <p:sldMasterId id="2147483676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y="5143500" cx="9144000"/>
  <p:notesSz cx="6858000" cy="9144000"/>
  <p:embeddedFontLst>
    <p:embeddedFont>
      <p:font typeface="Proxima Nova"/>
      <p:regular r:id="rId17"/>
      <p:bold r:id="rId18"/>
      <p:italic r:id="rId19"/>
      <p:boldItalic r:id="rId20"/>
    </p:embeddedFont>
    <p:embeddedFont>
      <p:font typeface="Montserrat"/>
      <p:regular r:id="rId21"/>
      <p:bold r:id="rId22"/>
      <p:italic r:id="rId23"/>
      <p:boldItalic r:id="rId24"/>
    </p:embeddedFont>
    <p:embeddedFont>
      <p:font typeface="Tahoma"/>
      <p:regular r:id="rId25"/>
      <p:bold r:id="rId26"/>
    </p:embeddedFont>
    <p:embeddedFont>
      <p:font typeface="Open Sans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roximaNova-boldItalic.fntdata"/><Relationship Id="rId22" Type="http://schemas.openxmlformats.org/officeDocument/2006/relationships/font" Target="fonts/Montserrat-bold.fntdata"/><Relationship Id="rId21" Type="http://schemas.openxmlformats.org/officeDocument/2006/relationships/font" Target="fonts/Montserrat-regular.fntdata"/><Relationship Id="rId24" Type="http://schemas.openxmlformats.org/officeDocument/2006/relationships/font" Target="fonts/Montserrat-boldItalic.fntdata"/><Relationship Id="rId23" Type="http://schemas.openxmlformats.org/officeDocument/2006/relationships/font" Target="fonts/Montserrat-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Tahoma-bold.fntdata"/><Relationship Id="rId25" Type="http://schemas.openxmlformats.org/officeDocument/2006/relationships/font" Target="fonts/Tahoma-regular.fntdata"/><Relationship Id="rId28" Type="http://schemas.openxmlformats.org/officeDocument/2006/relationships/font" Target="fonts/OpenSans-bold.fntdata"/><Relationship Id="rId27" Type="http://schemas.openxmlformats.org/officeDocument/2006/relationships/font" Target="fonts/OpenSans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OpenSans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roximaNova-regular.fntdata"/><Relationship Id="rId16" Type="http://schemas.openxmlformats.org/officeDocument/2006/relationships/slide" Target="slides/slide10.xml"/><Relationship Id="rId19" Type="http://schemas.openxmlformats.org/officeDocument/2006/relationships/font" Target="fonts/ProximaNova-italic.fntdata"/><Relationship Id="rId18" Type="http://schemas.openxmlformats.org/officeDocument/2006/relationships/font" Target="fonts/ProximaNova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g742e3e7cd_1_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6" name="Google Shape;136;g742e3e7cd_1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2f97cc33e0f_3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g2f97cc33e0f_3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g3013b75901d_1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1" name="Google Shape;151;g3013b75901d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159880483e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159880483e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159880483e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6" name="Google Shape;166;g3159880483e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g3159880483e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2" name="Google Shape;172;g3159880483e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159880483e_0_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0" name="Google Shape;180;g3159880483e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159880483e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g3159880483e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g3159880483e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4" name="Google Shape;194;g3159880483e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d5f4b554c_0_1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" name="Google Shape;200;gd5f4b554c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obj">
  <p:cSld name="OBJECT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" name="Google Shape;51;p13"/>
          <p:cNvGrpSpPr/>
          <p:nvPr/>
        </p:nvGrpSpPr>
        <p:grpSpPr>
          <a:xfrm>
            <a:off x="550895" y="727900"/>
            <a:ext cx="8568693" cy="30197"/>
            <a:chOff x="347370" y="459206"/>
            <a:chExt cx="5403037" cy="19050"/>
          </a:xfrm>
        </p:grpSpPr>
        <p:sp>
          <p:nvSpPr>
            <p:cNvPr id="52" name="Google Shape;52;p13"/>
            <p:cNvSpPr/>
            <p:nvPr/>
          </p:nvSpPr>
          <p:spPr>
            <a:xfrm>
              <a:off x="2154059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27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27" y="19024"/>
                  </a:lnTo>
                  <a:lnTo>
                    <a:pt x="1798027" y="0"/>
                  </a:lnTo>
                  <a:close/>
                </a:path>
              </a:pathLst>
            </a:custGeom>
            <a:solidFill>
              <a:srgbClr val="1D315F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3" name="Google Shape;53;p13"/>
            <p:cNvSpPr/>
            <p:nvPr/>
          </p:nvSpPr>
          <p:spPr>
            <a:xfrm>
              <a:off x="3952087" y="459206"/>
              <a:ext cx="1798320" cy="19050"/>
            </a:xfrm>
            <a:custGeom>
              <a:rect b="b" l="l" r="r" t="t"/>
              <a:pathLst>
                <a:path extrusionOk="0" h="19050" w="1798320">
                  <a:moveTo>
                    <a:pt x="1798040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798040" y="19024"/>
                  </a:lnTo>
                  <a:lnTo>
                    <a:pt x="1798040" y="0"/>
                  </a:lnTo>
                  <a:close/>
                </a:path>
              </a:pathLst>
            </a:custGeom>
            <a:solidFill>
              <a:srgbClr val="F17225"/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" name="Google Shape;54;p13"/>
            <p:cNvSpPr/>
            <p:nvPr/>
          </p:nvSpPr>
          <p:spPr>
            <a:xfrm>
              <a:off x="347370" y="459206"/>
              <a:ext cx="1807210" cy="19050"/>
            </a:xfrm>
            <a:custGeom>
              <a:rect b="b" l="l" r="r" t="t"/>
              <a:pathLst>
                <a:path extrusionOk="0" h="19050" w="1807210">
                  <a:moveTo>
                    <a:pt x="1806689" y="0"/>
                  </a:moveTo>
                  <a:lnTo>
                    <a:pt x="0" y="0"/>
                  </a:lnTo>
                  <a:lnTo>
                    <a:pt x="0" y="19024"/>
                  </a:lnTo>
                  <a:lnTo>
                    <a:pt x="1806689" y="19024"/>
                  </a:lnTo>
                  <a:lnTo>
                    <a:pt x="1806689" y="0"/>
                  </a:lnTo>
                  <a:close/>
                </a:path>
              </a:pathLst>
            </a:custGeom>
            <a:solidFill>
              <a:srgbClr val="C0C4CA">
                <a:alpha val="88627"/>
              </a:srgbClr>
            </a:solidFill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2900"/>
                <a:buFont typeface="Arial"/>
                <a:buNone/>
              </a:pPr>
              <a:r>
                <a:t/>
              </a:r>
              <a:endPara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1D315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58" name="Google Shape;58;p14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59" name="Google Shape;59;p14"/>
          <p:cNvSpPr txBox="1"/>
          <p:nvPr>
            <p:ph idx="2" type="body"/>
          </p:nvPr>
        </p:nvSpPr>
        <p:spPr>
          <a:xfrm>
            <a:off x="4572000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3302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Char char="●"/>
              <a:defRPr b="0" i="0" sz="25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1150" lvl="1" marL="9144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Char char="○"/>
              <a:defRPr b="0" i="0" sz="2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21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■"/>
              <a:defRPr b="0" i="0" sz="1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6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0" name="Google Shape;60;p14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1" name="Google Shape;61;p14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2" name="Google Shape;62;p14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OBJECT_1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5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5" name="Google Shape;65;p15"/>
          <p:cNvSpPr txBox="1"/>
          <p:nvPr>
            <p:ph idx="1" type="body"/>
          </p:nvPr>
        </p:nvSpPr>
        <p:spPr>
          <a:xfrm>
            <a:off x="304799" y="971550"/>
            <a:ext cx="8382001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66" name="Google Shape;66;p15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Text, and 2 Content" type="txAndTwoObj">
  <p:cSld name="TEXT_AND_TWO_OBJECTS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6"/>
          <p:cNvSpPr txBox="1"/>
          <p:nvPr>
            <p:ph type="title"/>
          </p:nvPr>
        </p:nvSpPr>
        <p:spPr>
          <a:xfrm>
            <a:off x="152401" y="228601"/>
            <a:ext cx="8762999" cy="457200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9pPr>
          </a:lstStyle>
          <a:p/>
        </p:txBody>
      </p:sp>
      <p:sp>
        <p:nvSpPr>
          <p:cNvPr id="69" name="Google Shape;69;p16"/>
          <p:cNvSpPr txBox="1"/>
          <p:nvPr>
            <p:ph idx="1" type="body"/>
          </p:nvPr>
        </p:nvSpPr>
        <p:spPr>
          <a:xfrm>
            <a:off x="304799" y="971550"/>
            <a:ext cx="4114800" cy="388619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0" name="Google Shape;70;p16"/>
          <p:cNvSpPr txBox="1"/>
          <p:nvPr>
            <p:ph idx="2" type="body"/>
          </p:nvPr>
        </p:nvSpPr>
        <p:spPr>
          <a:xfrm>
            <a:off x="4572000" y="97155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1" name="Google Shape;71;p16"/>
          <p:cNvSpPr txBox="1"/>
          <p:nvPr>
            <p:ph idx="3" type="body"/>
          </p:nvPr>
        </p:nvSpPr>
        <p:spPr>
          <a:xfrm>
            <a:off x="4572000" y="2971800"/>
            <a:ext cx="4114800" cy="1885949"/>
          </a:xfrm>
          <a:prstGeom prst="rect">
            <a:avLst/>
          </a:prstGeom>
          <a:noFill/>
          <a:ln>
            <a:noFill/>
          </a:ln>
        </p:spPr>
        <p:txBody>
          <a:bodyPr anchorCtr="0" anchor="t" bIns="41900" lIns="83800" spcFirstLastPara="1" rIns="83800" wrap="square" tIns="41900">
            <a:noAutofit/>
          </a:bodyPr>
          <a:lstStyle>
            <a:lvl1pPr indent="-292100" lvl="0" marL="457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2100" lvl="1" marL="914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79400" lvl="2" marL="1371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21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7940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7940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7940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●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7940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○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7940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Char char="■"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2" name="Google Shape;72;p16"/>
          <p:cNvSpPr txBox="1"/>
          <p:nvPr>
            <p:ph idx="10" type="dt"/>
          </p:nvPr>
        </p:nvSpPr>
        <p:spPr>
          <a:xfrm>
            <a:off x="1524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3" name="Google Shape;73;p16"/>
          <p:cNvSpPr txBox="1"/>
          <p:nvPr>
            <p:ph idx="11" type="ftr"/>
          </p:nvPr>
        </p:nvSpPr>
        <p:spPr>
          <a:xfrm>
            <a:off x="3124201" y="4857751"/>
            <a:ext cx="2895601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  <a:defRPr b="0" i="0" sz="13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4" name="Google Shape;74;p16"/>
          <p:cNvSpPr txBox="1"/>
          <p:nvPr>
            <p:ph idx="12" type="sldNum"/>
          </p:nvPr>
        </p:nvSpPr>
        <p:spPr>
          <a:xfrm>
            <a:off x="7239001" y="4857751"/>
            <a:ext cx="1904999" cy="285749"/>
          </a:xfrm>
          <a:prstGeom prst="rect">
            <a:avLst/>
          </a:prstGeom>
          <a:noFill/>
          <a:ln>
            <a:noFill/>
          </a:ln>
        </p:spPr>
        <p:txBody>
          <a:bodyPr anchorCtr="0" anchor="b" bIns="41900" lIns="83800" spcFirstLastPara="1" rIns="83800" wrap="square" tIns="419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ahoma"/>
              <a:buNone/>
              <a:defRPr b="0" i="0" sz="1100" u="none" cap="none" strike="noStrike">
                <a:solidFill>
                  <a:schemeClr val="dk1"/>
                </a:solidFill>
                <a:latin typeface="Tahoma"/>
                <a:ea typeface="Tahoma"/>
                <a:cs typeface="Tahoma"/>
                <a:sym typeface="Tahom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 b="1" sz="1300">
              <a:solidFill>
                <a:srgbClr val="1D315F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p:transition>
    <p:fade thruBlk="1"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7"/>
          <p:cNvSpPr/>
          <p:nvPr/>
        </p:nvSpPr>
        <p:spPr>
          <a:xfrm>
            <a:off x="11279" y="0"/>
            <a:ext cx="9119831" cy="5136454"/>
          </a:xfrm>
          <a:custGeom>
            <a:rect b="b" l="l" r="r" t="t"/>
            <a:pathLst>
              <a:path extrusionOk="0" h="3240405" w="5750560">
                <a:moveTo>
                  <a:pt x="5750179" y="0"/>
                </a:moveTo>
                <a:lnTo>
                  <a:pt x="0" y="0"/>
                </a:lnTo>
                <a:lnTo>
                  <a:pt x="0" y="3239998"/>
                </a:lnTo>
                <a:lnTo>
                  <a:pt x="5750179" y="3239998"/>
                </a:lnTo>
                <a:lnTo>
                  <a:pt x="5750179" y="0"/>
                </a:lnTo>
                <a:close/>
              </a:path>
            </a:pathLst>
          </a:custGeom>
          <a:solidFill>
            <a:srgbClr val="1D315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7" name="Google Shape;77;p17"/>
          <p:cNvSpPr/>
          <p:nvPr/>
        </p:nvSpPr>
        <p:spPr>
          <a:xfrm>
            <a:off x="3060802" y="4420692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17"/>
          <p:cNvSpPr/>
          <p:nvPr/>
        </p:nvSpPr>
        <p:spPr>
          <a:xfrm>
            <a:off x="6095664" y="4420671"/>
            <a:ext cx="3035242" cy="45295"/>
          </a:xfrm>
          <a:custGeom>
            <a:rect b="b" l="l" r="r" t="t"/>
            <a:pathLst>
              <a:path extrusionOk="0" h="28575" w="1913889">
                <a:moveTo>
                  <a:pt x="1913661" y="0"/>
                </a:moveTo>
                <a:lnTo>
                  <a:pt x="0" y="0"/>
                </a:lnTo>
                <a:lnTo>
                  <a:pt x="0" y="28181"/>
                </a:lnTo>
                <a:lnTo>
                  <a:pt x="1913661" y="28181"/>
                </a:lnTo>
                <a:lnTo>
                  <a:pt x="1913661" y="0"/>
                </a:lnTo>
                <a:close/>
              </a:path>
            </a:pathLst>
          </a:custGeom>
          <a:solidFill>
            <a:srgbClr val="F17225"/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17"/>
          <p:cNvSpPr/>
          <p:nvPr/>
        </p:nvSpPr>
        <p:spPr>
          <a:xfrm>
            <a:off x="11319" y="4420692"/>
            <a:ext cx="3050348" cy="45295"/>
          </a:xfrm>
          <a:custGeom>
            <a:rect b="b" l="l" r="r" t="t"/>
            <a:pathLst>
              <a:path extrusionOk="0" h="28575" w="1923414">
                <a:moveTo>
                  <a:pt x="1922868" y="0"/>
                </a:moveTo>
                <a:lnTo>
                  <a:pt x="0" y="0"/>
                </a:lnTo>
                <a:lnTo>
                  <a:pt x="0" y="28181"/>
                </a:lnTo>
                <a:lnTo>
                  <a:pt x="1922868" y="28181"/>
                </a:lnTo>
                <a:lnTo>
                  <a:pt x="1922868" y="0"/>
                </a:lnTo>
                <a:close/>
              </a:path>
            </a:pathLst>
          </a:custGeom>
          <a:solidFill>
            <a:srgbClr val="C0C4CA">
              <a:alpha val="88627"/>
            </a:srgbClr>
          </a:solidFill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t/>
            </a:r>
            <a:endParaRPr b="0" i="0" sz="29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17"/>
          <p:cNvSpPr txBox="1"/>
          <p:nvPr>
            <p:ph type="title"/>
          </p:nvPr>
        </p:nvSpPr>
        <p:spPr>
          <a:xfrm>
            <a:off x="524964" y="3566706"/>
            <a:ext cx="8094070" cy="61198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b="1" i="0" sz="37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None/>
              <a:defRPr sz="2200"/>
            </a:lvl9pPr>
          </a:lstStyle>
          <a:p/>
        </p:txBody>
      </p:sp>
      <p:sp>
        <p:nvSpPr>
          <p:cNvPr id="81" name="Google Shape;81;p17"/>
          <p:cNvSpPr txBox="1"/>
          <p:nvPr>
            <p:ph idx="11" type="ftr"/>
          </p:nvPr>
        </p:nvSpPr>
        <p:spPr>
          <a:xfrm>
            <a:off x="3108960" y="4783454"/>
            <a:ext cx="292608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17"/>
          <p:cNvSpPr txBox="1"/>
          <p:nvPr>
            <p:ph idx="10" type="dt"/>
          </p:nvPr>
        </p:nvSpPr>
        <p:spPr>
          <a:xfrm>
            <a:off x="457200" y="4783454"/>
            <a:ext cx="2103120" cy="257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Arial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3" name="Google Shape;83;p17"/>
          <p:cNvSpPr txBox="1"/>
          <p:nvPr>
            <p:ph idx="12" type="sldNum"/>
          </p:nvPr>
        </p:nvSpPr>
        <p:spPr>
          <a:xfrm>
            <a:off x="6642048" y="305869"/>
            <a:ext cx="2103120" cy="1463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1" i="0" sz="1000" u="none" cap="none" strike="noStrike">
                <a:solidFill>
                  <a:srgbClr val="888888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9" name="Google Shape;89;p19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0" name="Google Shape;90;p19"/>
          <p:cNvSpPr txBox="1"/>
          <p:nvPr>
            <p:ph type="ctrTitle"/>
          </p:nvPr>
        </p:nvSpPr>
        <p:spPr>
          <a:xfrm>
            <a:off x="510450" y="1257300"/>
            <a:ext cx="81231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1" name="Google Shape;91;p19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2" name="Google Shape;92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4" name="Google Shape;94;p20"/>
          <p:cNvCxnSpPr/>
          <p:nvPr/>
        </p:nvCxnSpPr>
        <p:spPr>
          <a:xfrm>
            <a:off x="0" y="2998150"/>
            <a:ext cx="91440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95" name="Google Shape;95;p20"/>
          <p:cNvSpPr txBox="1"/>
          <p:nvPr>
            <p:ph type="title"/>
          </p:nvPr>
        </p:nvSpPr>
        <p:spPr>
          <a:xfrm>
            <a:off x="510450" y="2057400"/>
            <a:ext cx="8123100" cy="778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96" name="Google Shape;9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0" name="Google Shape;100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4" name="Google Shape;104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5" name="Google Shape;105;p22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6" name="Google Shape;106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09" name="Google Shape;10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2" name="Google Shape;112;p24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13" name="Google Shape;11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5"/>
          <p:cNvSpPr txBox="1"/>
          <p:nvPr>
            <p:ph type="title"/>
          </p:nvPr>
        </p:nvSpPr>
        <p:spPr>
          <a:xfrm>
            <a:off x="490250" y="526350"/>
            <a:ext cx="57975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6"/>
          <p:cNvSpPr/>
          <p:nvPr/>
        </p:nvSpPr>
        <p:spPr>
          <a:xfrm>
            <a:off x="4572000" y="75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19" name="Google Shape;119;p26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20" name="Google Shape;120;p26"/>
          <p:cNvSpPr txBox="1"/>
          <p:nvPr>
            <p:ph type="title"/>
          </p:nvPr>
        </p:nvSpPr>
        <p:spPr>
          <a:xfrm>
            <a:off x="265500" y="1205825"/>
            <a:ext cx="4045200" cy="1509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21" name="Google Shape;121;p26"/>
          <p:cNvSpPr txBox="1"/>
          <p:nvPr>
            <p:ph idx="1" type="subTitle"/>
          </p:nvPr>
        </p:nvSpPr>
        <p:spPr>
          <a:xfrm>
            <a:off x="265500" y="27690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22" name="Google Shape;122;p26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23" name="Google Shape;123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>
                <a:solidFill>
                  <a:schemeClr val="lt1"/>
                </a:solidFill>
              </a:defRPr>
            </a:lvl1pPr>
            <a:lvl2pPr lvl="1" rtl="0">
              <a:buNone/>
              <a:defRPr>
                <a:solidFill>
                  <a:schemeClr val="lt1"/>
                </a:solidFill>
              </a:defRPr>
            </a:lvl2pPr>
            <a:lvl3pPr lvl="2" rtl="0">
              <a:buNone/>
              <a:defRPr>
                <a:solidFill>
                  <a:schemeClr val="lt1"/>
                </a:solidFill>
              </a:defRPr>
            </a:lvl3pPr>
            <a:lvl4pPr lvl="3" rtl="0">
              <a:buNone/>
              <a:defRPr>
                <a:solidFill>
                  <a:schemeClr val="lt1"/>
                </a:solidFill>
              </a:defRPr>
            </a:lvl4pPr>
            <a:lvl5pPr lvl="4" rtl="0">
              <a:buNone/>
              <a:defRPr>
                <a:solidFill>
                  <a:schemeClr val="lt1"/>
                </a:solidFill>
              </a:defRPr>
            </a:lvl5pPr>
            <a:lvl6pPr lvl="5" rtl="0">
              <a:buNone/>
              <a:defRPr>
                <a:solidFill>
                  <a:schemeClr val="lt1"/>
                </a:solidFill>
              </a:defRPr>
            </a:lvl6pPr>
            <a:lvl7pPr lvl="6" rtl="0">
              <a:buNone/>
              <a:defRPr>
                <a:solidFill>
                  <a:schemeClr val="lt1"/>
                </a:solidFill>
              </a:defRPr>
            </a:lvl7pPr>
            <a:lvl8pPr lvl="7" rtl="0">
              <a:buNone/>
              <a:defRPr>
                <a:solidFill>
                  <a:schemeClr val="lt1"/>
                </a:solidFill>
              </a:defRPr>
            </a:lvl8pPr>
            <a:lvl9pPr lvl="8" rtl="0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7"/>
          <p:cNvSpPr txBox="1"/>
          <p:nvPr>
            <p:ph idx="1" type="body"/>
          </p:nvPr>
        </p:nvSpPr>
        <p:spPr>
          <a:xfrm>
            <a:off x="311700" y="42368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</a:lstStyle>
          <a:p/>
        </p:txBody>
      </p:sp>
      <p:sp>
        <p:nvSpPr>
          <p:cNvPr id="126" name="Google Shape;126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28"/>
          <p:cNvSpPr txBox="1"/>
          <p:nvPr>
            <p:ph hasCustomPrompt="1" type="title"/>
          </p:nvPr>
        </p:nvSpPr>
        <p:spPr>
          <a:xfrm>
            <a:off x="311700" y="991475"/>
            <a:ext cx="8520600" cy="1917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4000"/>
              <a:buNone/>
              <a:defRPr b="1" sz="14000"/>
            </a:lvl9pPr>
          </a:lstStyle>
          <a:p>
            <a:r>
              <a:t>xx%</a:t>
            </a:r>
          </a:p>
        </p:txBody>
      </p:sp>
      <p:sp>
        <p:nvSpPr>
          <p:cNvPr id="130" name="Google Shape;130;p28"/>
          <p:cNvSpPr txBox="1"/>
          <p:nvPr>
            <p:ph idx="1" type="body"/>
          </p:nvPr>
        </p:nvSpPr>
        <p:spPr>
          <a:xfrm>
            <a:off x="311700" y="3071300"/>
            <a:ext cx="8520600" cy="9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1" name="Google Shape;131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7.xml"/><Relationship Id="rId10" Type="http://schemas.openxmlformats.org/officeDocument/2006/relationships/slideLayout" Target="../slideLayouts/slideLayout2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Relationship Id="rId3" Type="http://schemas.openxmlformats.org/officeDocument/2006/relationships/slideLayout" Target="../slideLayouts/slideLayout19.xml"/><Relationship Id="rId4" Type="http://schemas.openxmlformats.org/officeDocument/2006/relationships/slideLayout" Target="../slideLayouts/slideLayout20.xml"/><Relationship Id="rId9" Type="http://schemas.openxmlformats.org/officeDocument/2006/relationships/slideLayout" Target="../slideLayouts/slideLayout25.xml"/><Relationship Id="rId5" Type="http://schemas.openxmlformats.org/officeDocument/2006/relationships/slideLayout" Target="../slideLayouts/slideLayout21.xml"/><Relationship Id="rId6" Type="http://schemas.openxmlformats.org/officeDocument/2006/relationships/slideLayout" Target="../slideLayouts/slideLayout22.xml"/><Relationship Id="rId7" Type="http://schemas.openxmlformats.org/officeDocument/2006/relationships/slideLayout" Target="../slideLayouts/slideLayout23.xml"/><Relationship Id="rId8" Type="http://schemas.openxmlformats.org/officeDocument/2006/relationships/slideLayout" Target="../slideLayouts/slideLayout24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pearmint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6" name="Google Shape;86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Proxima Nova"/>
              <a:buChar char="●"/>
              <a:defRPr sz="18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●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Proxima Nova"/>
              <a:buChar char="○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Proxima Nova"/>
              <a:buChar char="■"/>
              <a:defRPr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7" name="Google Shape;87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2pPr>
            <a:lvl3pPr lvl="2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3pPr>
            <a:lvl4pPr lvl="3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4pPr>
            <a:lvl5pPr lvl="4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5pPr>
            <a:lvl6pPr lvl="5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6pPr>
            <a:lvl7pPr lvl="6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7pPr>
            <a:lvl8pPr lvl="7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8pPr>
            <a:lvl9pPr lvl="8" rtl="0" algn="r">
              <a:buNone/>
              <a:defRPr sz="10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White cloud in front of dark blue star-filled sky" id="138" name="Google Shape;138;p30"/>
          <p:cNvPicPr preferRelativeResize="0"/>
          <p:nvPr/>
        </p:nvPicPr>
        <p:blipFill rotWithShape="1">
          <a:blip r:embed="rId3">
            <a:alphaModFix/>
          </a:blip>
          <a:srcRect b="17068" l="0" r="172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30"/>
          <p:cNvSpPr txBox="1"/>
          <p:nvPr>
            <p:ph type="ctrTitle"/>
          </p:nvPr>
        </p:nvSpPr>
        <p:spPr>
          <a:xfrm>
            <a:off x="-58950" y="1316925"/>
            <a:ext cx="9261900" cy="158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Tuần 8</a:t>
            </a:r>
            <a:endParaRPr sz="4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Clustering</a:t>
            </a:r>
            <a:br>
              <a:rPr lang="en" sz="4400"/>
            </a:br>
            <a:r>
              <a:rPr lang="en" sz="4400"/>
              <a:t>Phân cụm dữ liệu</a:t>
            </a:r>
            <a:endParaRPr sz="4400"/>
          </a:p>
        </p:txBody>
      </p:sp>
      <p:sp>
        <p:nvSpPr>
          <p:cNvPr id="140" name="Google Shape;140;p30"/>
          <p:cNvSpPr txBox="1"/>
          <p:nvPr>
            <p:ph idx="1" type="subTitle"/>
          </p:nvPr>
        </p:nvSpPr>
        <p:spPr>
          <a:xfrm>
            <a:off x="510450" y="3182313"/>
            <a:ext cx="8123100" cy="63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TS. Phạm Tuấn</a:t>
            </a:r>
            <a:endParaRPr/>
          </a:p>
        </p:txBody>
      </p:sp>
      <p:sp>
        <p:nvSpPr>
          <p:cNvPr id="141" name="Google Shape;141;p30"/>
          <p:cNvSpPr txBox="1"/>
          <p:nvPr>
            <p:ph idx="1" type="subTitle"/>
          </p:nvPr>
        </p:nvSpPr>
        <p:spPr>
          <a:xfrm>
            <a:off x="510450" y="4370775"/>
            <a:ext cx="2122500" cy="503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ptuan@ute.udn.vn</a:t>
            </a:r>
            <a:endParaRPr sz="1800"/>
          </a:p>
        </p:txBody>
      </p:sp>
      <p:cxnSp>
        <p:nvCxnSpPr>
          <p:cNvPr id="142" name="Google Shape;142;p30"/>
          <p:cNvCxnSpPr/>
          <p:nvPr/>
        </p:nvCxnSpPr>
        <p:spPr>
          <a:xfrm>
            <a:off x="615150" y="2998025"/>
            <a:ext cx="500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Phân cụm dữ liệu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48" name="Google Shape;148;p31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Ở buổi học trước, chúng ta đã tạo ra được 3 patterns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Bài này sẽ học cách phân cụm dữ liệu để tạo ra một hay nhiều patterns khác.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Ở buổi học này chúng ta sẽ tạo ra </a:t>
            </a:r>
            <a:r>
              <a:rPr b="1"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một pattern</a:t>
            </a: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 phân cụm các mùa khác nhau dựa trên nhiệt độ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-&gt; Sau buổi học hôm nay, chúng ta sẽ được các pattern như sau: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Spider Chart cho số lượng ngày thuộc các mùa trong năm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AutoNum type="arabicPeriod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Dự đoán số %, ngày đó sẽ thuộc mùa nào trong năm.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Cách thực hiện như sau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54" name="Google Shape;154;p32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Với dữ liệu và các bước thực hiện từ tuần trước, ta có dữ liệu như sau: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35714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daily_data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data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[[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'date_time'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, 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'temperature'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]].set_index(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'date_time'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daily_data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D4D4D4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=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 </a:t>
            </a:r>
            <a:r>
              <a:rPr lang="en" sz="1050">
                <a:solidFill>
                  <a:srgbClr val="9CDCFE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daily_data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.resample(</a:t>
            </a:r>
            <a:r>
              <a:rPr lang="en" sz="1050">
                <a:solidFill>
                  <a:srgbClr val="CE9178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'd'</a:t>
            </a:r>
            <a:r>
              <a:rPr lang="en" sz="1050">
                <a:solidFill>
                  <a:srgbClr val="CCCCCC"/>
                </a:solidFill>
                <a:highlight>
                  <a:srgbClr val="1F1F1F"/>
                </a:highlight>
                <a:latin typeface="Courier New"/>
                <a:ea typeface="Courier New"/>
                <a:cs typeface="Courier New"/>
                <a:sym typeface="Courier New"/>
              </a:rPr>
              <a:t>).median()</a:t>
            </a:r>
            <a:endParaRPr sz="1050">
              <a:solidFill>
                <a:srgbClr val="CCCCCC"/>
              </a:solidFill>
              <a:highlight>
                <a:srgbClr val="1F1F1F"/>
              </a:highlight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5" name="Google Shape;155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2950" y="2425925"/>
            <a:ext cx="8070998" cy="214825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32"/>
          <p:cNvSpPr txBox="1"/>
          <p:nvPr/>
        </p:nvSpPr>
        <p:spPr>
          <a:xfrm>
            <a:off x="2935800" y="4503375"/>
            <a:ext cx="40419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accent3"/>
                </a:solidFill>
                <a:latin typeface="Proxima Nova"/>
                <a:ea typeface="Proxima Nova"/>
                <a:cs typeface="Proxima Nova"/>
                <a:sym typeface="Proxima Nova"/>
              </a:rPr>
              <a:t>Biểu đồ của nhiệt độ theo thời gian</a:t>
            </a:r>
            <a:endParaRPr b="1" sz="1200">
              <a:solidFill>
                <a:schemeClr val="accent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Bước 1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2" name="Google Shape;162;p33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Phân cụm dựa trên nhiệt độ, dùng thuật toán Kmean, ta được biểu đồ như sau: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63" name="Google Shape;163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700" y="1930513"/>
            <a:ext cx="8023225" cy="2135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Bước 2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69" name="Google Shape;169;p34"/>
          <p:cNvSpPr txBox="1"/>
          <p:nvPr>
            <p:ph idx="1" type="body"/>
          </p:nvPr>
        </p:nvSpPr>
        <p:spPr>
          <a:xfrm>
            <a:off x="338150" y="1157775"/>
            <a:ext cx="85206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Tuy nhiên chúng ta sẽ thấy rằng, mong muốn của chúng ta sẽ có 4 mùa, tuy nhiên sự phân cụm là chưa chính xác. Do đó, ta sẽ chỉnh sửa lại một chút như sau: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Nếu cụm vàng và đỏ, thuộc nửa đầu năm -&gt; ta sẽ gán nó là cụm đỏ.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Nếu cụm vàng và đỏ, thuộc nửa sau của năm -&gt; ta sẽ gán nó là cụm vàng.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Bước 2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75" name="Google Shape;175;p35"/>
          <p:cNvSpPr txBox="1"/>
          <p:nvPr>
            <p:ph idx="1" type="body"/>
          </p:nvPr>
        </p:nvSpPr>
        <p:spPr>
          <a:xfrm>
            <a:off x="338150" y="1157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Để thực hiện điều đó, ta tạo thêm một cột là half_year để cho ta biết thời điểm đó là nửa đầu năm hay nửa sau.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6" name="Google Shape;176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32450" y="2203900"/>
            <a:ext cx="5223924" cy="1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177" name="Google Shape;177;p35"/>
          <p:cNvSpPr/>
          <p:nvPr/>
        </p:nvSpPr>
        <p:spPr>
          <a:xfrm>
            <a:off x="2196050" y="2218950"/>
            <a:ext cx="1090200" cy="1709100"/>
          </a:xfrm>
          <a:prstGeom prst="rect">
            <a:avLst/>
          </a:prstGeom>
          <a:solidFill>
            <a:schemeClr val="dk1"/>
          </a:solidFill>
          <a:ln cap="flat" cmpd="sng" w="9525">
            <a:solidFill>
              <a:srgbClr val="1A1A1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Bước 2</a:t>
            </a:r>
            <a:endParaRPr/>
          </a:p>
        </p:txBody>
      </p:sp>
      <p:sp>
        <p:nvSpPr>
          <p:cNvPr id="183" name="Google Shape;183;p36"/>
          <p:cNvSpPr txBox="1"/>
          <p:nvPr>
            <p:ph idx="1" type="body"/>
          </p:nvPr>
        </p:nvSpPr>
        <p:spPr>
          <a:xfrm>
            <a:off x="338150" y="1157775"/>
            <a:ext cx="8520600" cy="26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Chúng ta viết một hàm để thực hiện logic như đã viết ở slide 5.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Và áp dụng vào Dataframe chúng ta qua hàm </a:t>
            </a: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apply.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Đây là kết quả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4" name="Google Shape;184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9400" y="2263750"/>
            <a:ext cx="8839198" cy="234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3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358360" y="3217600"/>
            <a:ext cx="6480176" cy="1724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Các bước khi viết thành hệ thống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1" name="Google Shape;191;p37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Trong ví dụ này, chúng ta thực hiện phân cụm trên Dataframe. Tuy nhiên chúng ta cần viết các hàm dự đoán để hệ thống có thể chạy được: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Giả định chúng ta sẽ tạo pattern “</a:t>
            </a: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Spider Chart cho số lượng ngày thuộc các mùa trong năm”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Lấy dữ liệu từ quá khứ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Thực hiện phân cụm (chúng ta đã thực hiện như ở buổi học này)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800"/>
              <a:buFont typeface="Arial"/>
              <a:buChar char="-"/>
            </a:pPr>
            <a:r>
              <a:rPr lang="en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Vẽ 5 spider chart cho 5 năm gần nhất (tính cả trong năm nay.)</a:t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</a:pPr>
            <a:r>
              <a:rPr lang="en"/>
              <a:t>Các bước khi viết thành hệ thống</a:t>
            </a:r>
            <a:endParaRPr b="0"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7" name="Google Shape;197;p38"/>
          <p:cNvSpPr txBox="1"/>
          <p:nvPr>
            <p:ph idx="1" type="body"/>
          </p:nvPr>
        </p:nvSpPr>
        <p:spPr>
          <a:xfrm>
            <a:off x="338150" y="11577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Trong ví dụ này, chúng ta thực hiện phân cụm trên Dataframe. Tuy nhiên chúng ta cần viết các hàm dự đoán để hệ thống có thể chạy được: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Giả định chúng ta sẽ tạo pattern “</a:t>
            </a: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Dự đoán số %, ngày đó sẽ thuộc mùa nào trong năm</a:t>
            </a: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”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Lấy dữ liệu từ quá khứ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Thực hiện phân cụm (chúng ta đã thực hiện như ở buổi học này)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Lưu các tọa độ điểm centroid lại.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Dự đoán nhiệt độ của ngày mai. 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Từ nhiệt độ dự đoán -&gt; xác định được khoảng cách đến các cụm -&gt; tính ra xác suất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30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A1A1A"/>
              </a:buClr>
              <a:buSzPts val="1600"/>
              <a:buFont typeface="Arial"/>
              <a:buAutoNum type="arabicPeriod"/>
            </a:pPr>
            <a:r>
              <a:rPr lang="en" sz="1600">
                <a:solidFill>
                  <a:srgbClr val="1A1A1A"/>
                </a:solidFill>
                <a:latin typeface="Arial"/>
                <a:ea typeface="Arial"/>
                <a:cs typeface="Arial"/>
                <a:sym typeface="Arial"/>
              </a:rPr>
              <a:t>Tuy nhiên, cần chú ý logic ở slide số 5</a:t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600">
              <a:solidFill>
                <a:srgbClr val="1A1A1A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39"/>
          <p:cNvSpPr txBox="1"/>
          <p:nvPr>
            <p:ph idx="4294967295" type="title"/>
          </p:nvPr>
        </p:nvSpPr>
        <p:spPr>
          <a:xfrm>
            <a:off x="311700" y="709050"/>
            <a:ext cx="3890100" cy="3725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3200"/>
              <a:t>Any questions </a:t>
            </a:r>
            <a:r>
              <a:rPr lang="en" sz="3200"/>
              <a:t>?</a:t>
            </a:r>
            <a:endParaRPr sz="3600"/>
          </a:p>
        </p:txBody>
      </p:sp>
      <p:pic>
        <p:nvPicPr>
          <p:cNvPr id="203" name="Google Shape;203;p39"/>
          <p:cNvPicPr preferRelativeResize="0"/>
          <p:nvPr/>
        </p:nvPicPr>
        <p:blipFill rotWithShape="1">
          <a:blip r:embed="rId3">
            <a:alphaModFix/>
          </a:blip>
          <a:srcRect b="0" l="0" r="37826" t="0"/>
          <a:stretch/>
        </p:blipFill>
        <p:spPr>
          <a:xfrm>
            <a:off x="4548455" y="0"/>
            <a:ext cx="459555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pearmint">
  <a:themeElements>
    <a:clrScheme name="Spearmint">
      <a:dk1>
        <a:srgbClr val="202729"/>
      </a:dk1>
      <a:lt1>
        <a:srgbClr val="FFFFFF"/>
      </a:lt1>
      <a:dk2>
        <a:srgbClr val="4BA173"/>
      </a:dk2>
      <a:lt2>
        <a:srgbClr val="63D297"/>
      </a:lt2>
      <a:accent1>
        <a:srgbClr val="353744"/>
      </a:accent1>
      <a:accent2>
        <a:srgbClr val="424242"/>
      </a:accent2>
      <a:accent3>
        <a:srgbClr val="616161"/>
      </a:accent3>
      <a:accent4>
        <a:srgbClr val="999999"/>
      </a:accent4>
      <a:accent5>
        <a:srgbClr val="FF5252"/>
      </a:accent5>
      <a:accent6>
        <a:srgbClr val="FFF176"/>
      </a:accent6>
      <a:hlink>
        <a:srgbClr val="FF5252"/>
      </a:hlink>
      <a:folHlink>
        <a:srgbClr val="FF525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